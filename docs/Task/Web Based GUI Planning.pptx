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256" r:id="rId2"/>
    <p:sldId id="262" r:id="rId3"/>
    <p:sldId id="257" r:id="rId4"/>
    <p:sldId id="261" r:id="rId5"/>
    <p:sldId id="265" r:id="rId6"/>
    <p:sldId id="258" r:id="rId7"/>
    <p:sldId id="259" r:id="rId8"/>
    <p:sldId id="260" r:id="rId9"/>
    <p:sldId id="263" r:id="rId10"/>
    <p:sldId id="264" r:id="rId11"/>
    <p:sldId id="266" r:id="rId12"/>
    <p:sldId id="274" r:id="rId13"/>
    <p:sldId id="267" r:id="rId14"/>
    <p:sldId id="269" r:id="rId15"/>
    <p:sldId id="268" r:id="rId16"/>
    <p:sldId id="270" r:id="rId17"/>
    <p:sldId id="271" r:id="rId18"/>
    <p:sldId id="272" r:id="rId19"/>
    <p:sldId id="273" r:id="rId20"/>
  </p:sldIdLst>
  <p:sldSz cx="7772400" cy="10058400"/>
  <p:notesSz cx="9601200" cy="73152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EC1B21"/>
    <a:srgbClr val="4472C4"/>
    <a:srgbClr val="ED2025"/>
    <a:srgbClr val="FFFF00"/>
    <a:srgbClr val="E7E7E7"/>
    <a:srgbClr val="0083FF"/>
    <a:srgbClr val="3071B5"/>
    <a:srgbClr val="7F7F7F"/>
    <a:srgbClr val="D2D2D2"/>
    <a:srgbClr val="FEFEFE"/>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1181" autoAdjust="0"/>
    <p:restoredTop sz="94660"/>
  </p:normalViewPr>
  <p:slideViewPr>
    <p:cSldViewPr snapToGrid="0">
      <p:cViewPr varScale="1">
        <p:scale>
          <a:sx n="77" d="100"/>
          <a:sy n="77" d="100"/>
        </p:scale>
        <p:origin x="3186" y="108"/>
      </p:cViewPr>
      <p:guideLst/>
    </p:cSldViewPr>
  </p:slideViewPr>
  <p:notesTextViewPr>
    <p:cViewPr>
      <p:scale>
        <a:sx n="1" d="1"/>
        <a:sy n="1" d="1"/>
      </p:scale>
      <p:origin x="0" y="0"/>
    </p:cViewPr>
  </p:notesTextViewPr>
  <p:sorterViewPr>
    <p:cViewPr>
      <p:scale>
        <a:sx n="200" d="100"/>
        <a:sy n="200" d="100"/>
      </p:scale>
      <p:origin x="0" y="-76620"/>
    </p:cViewPr>
  </p:sorter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jpe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p:bg>
      <p:bgPr>
        <a:solidFill>
          <a:srgbClr val="E7E7E7"/>
        </a:solidFill>
        <a:effectLst/>
      </p:bgPr>
    </p:bg>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820789B2-0210-452D-8CD5-496D590D64A6}"/>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b="47920"/>
          <a:stretch/>
        </p:blipFill>
        <p:spPr>
          <a:xfrm>
            <a:off x="0" y="-114300"/>
            <a:ext cx="7772400" cy="5448300"/>
          </a:xfrm>
          <a:prstGeom prst="rect">
            <a:avLst/>
          </a:prstGeom>
        </p:spPr>
      </p:pic>
      <p:sp>
        <p:nvSpPr>
          <p:cNvPr id="2" name="Title 1"/>
          <p:cNvSpPr>
            <a:spLocks noGrp="1"/>
          </p:cNvSpPr>
          <p:nvPr>
            <p:ph type="ctrTitle"/>
          </p:nvPr>
        </p:nvSpPr>
        <p:spPr>
          <a:xfrm>
            <a:off x="582930" y="4933950"/>
            <a:ext cx="6606540" cy="2099946"/>
          </a:xfrm>
        </p:spPr>
        <p:txBody>
          <a:bodyPr anchor="b"/>
          <a:lstStyle>
            <a:lvl1pPr algn="ctr">
              <a:defRPr sz="5100"/>
            </a:lvl1pPr>
          </a:lstStyle>
          <a:p>
            <a:r>
              <a:rPr lang="en-US"/>
              <a:t>Click to edit Master title style</a:t>
            </a:r>
            <a:endParaRPr lang="en-US" dirty="0"/>
          </a:p>
        </p:txBody>
      </p:sp>
      <p:sp>
        <p:nvSpPr>
          <p:cNvPr id="3" name="Subtitle 2"/>
          <p:cNvSpPr>
            <a:spLocks noGrp="1"/>
          </p:cNvSpPr>
          <p:nvPr>
            <p:ph type="subTitle" idx="1"/>
          </p:nvPr>
        </p:nvSpPr>
        <p:spPr>
          <a:xfrm>
            <a:off x="971550" y="7409948"/>
            <a:ext cx="5829300" cy="2428451"/>
          </a:xfrm>
        </p:spPr>
        <p:txBody>
          <a:bodyPr/>
          <a:lstStyle>
            <a:lvl1pPr marL="0" indent="0" algn="ctr">
              <a:buNone/>
              <a:defRPr sz="2040"/>
            </a:lvl1pPr>
            <a:lvl2pPr marL="388620" indent="0" algn="ctr">
              <a:buNone/>
              <a:defRPr sz="1700"/>
            </a:lvl2pPr>
            <a:lvl3pPr marL="777240" indent="0" algn="ctr">
              <a:buNone/>
              <a:defRPr sz="1530"/>
            </a:lvl3pPr>
            <a:lvl4pPr marL="1165860" indent="0" algn="ctr">
              <a:buNone/>
              <a:defRPr sz="1360"/>
            </a:lvl4pPr>
            <a:lvl5pPr marL="1554480" indent="0" algn="ctr">
              <a:buNone/>
              <a:defRPr sz="1360"/>
            </a:lvl5pPr>
            <a:lvl6pPr marL="1943100" indent="0" algn="ctr">
              <a:buNone/>
              <a:defRPr sz="1360"/>
            </a:lvl6pPr>
            <a:lvl7pPr marL="2331720" indent="0" algn="ctr">
              <a:buNone/>
              <a:defRPr sz="1360"/>
            </a:lvl7pPr>
            <a:lvl8pPr marL="2720340" indent="0" algn="ctr">
              <a:buNone/>
              <a:defRPr sz="1360"/>
            </a:lvl8pPr>
            <a:lvl9pPr marL="3108960" indent="0" algn="ctr">
              <a:buNone/>
              <a:defRPr sz="1360"/>
            </a:lvl9pPr>
          </a:lstStyle>
          <a:p>
            <a:r>
              <a:rPr lang="en-US"/>
              <a:t>Click to edit Master subtitle style</a:t>
            </a:r>
            <a:endParaRPr lang="en-US" dirty="0"/>
          </a:p>
        </p:txBody>
      </p:sp>
    </p:spTree>
    <p:extLst>
      <p:ext uri="{BB962C8B-B14F-4D97-AF65-F5344CB8AC3E}">
        <p14:creationId xmlns:p14="http://schemas.microsoft.com/office/powerpoint/2010/main" val="140400390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D9F5B14F-473E-40D5-BBEE-1EA4524FEEFD}" type="datetimeFigureOut">
              <a:rPr lang="en-US" smtClean="0"/>
              <a:t>1/4/2026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0AFA769-573F-411E-83FA-FD400C2CD3E5}" type="slidenum">
              <a:rPr lang="en-US" smtClean="0"/>
              <a:t>‹#›</a:t>
            </a:fld>
            <a:endParaRPr lang="en-US"/>
          </a:p>
        </p:txBody>
      </p:sp>
      <p:pic>
        <p:nvPicPr>
          <p:cNvPr id="7" name="Content Placeholder 4">
            <a:extLst>
              <a:ext uri="{FF2B5EF4-FFF2-40B4-BE49-F238E27FC236}">
                <a16:creationId xmlns:a16="http://schemas.microsoft.com/office/drawing/2014/main" id="{01E5DECB-33A6-46B2-8E4B-50AD2F848D68}"/>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2192" y="0"/>
            <a:ext cx="7772400" cy="1317811"/>
          </a:xfrm>
          <a:prstGeom prst="rect">
            <a:avLst/>
          </a:prstGeom>
        </p:spPr>
      </p:pic>
      <p:sp>
        <p:nvSpPr>
          <p:cNvPr id="17" name="Rectangle 16">
            <a:extLst>
              <a:ext uri="{FF2B5EF4-FFF2-40B4-BE49-F238E27FC236}">
                <a16:creationId xmlns:a16="http://schemas.microsoft.com/office/drawing/2014/main" id="{F1752CA3-D0D4-47AF-B1AD-53B19A104C44}"/>
              </a:ext>
            </a:extLst>
          </p:cNvPr>
          <p:cNvSpPr/>
          <p:nvPr userDrawn="1"/>
        </p:nvSpPr>
        <p:spPr>
          <a:xfrm>
            <a:off x="83737" y="9601995"/>
            <a:ext cx="3499677" cy="461665"/>
          </a:xfrm>
          <a:prstGeom prst="rect">
            <a:avLst/>
          </a:prstGeom>
        </p:spPr>
        <p:txBody>
          <a:bodyPr wrap="square">
            <a:spAutoFit/>
          </a:bodyPr>
          <a:lstStyle/>
          <a:p>
            <a:r>
              <a:rPr lang="en-US" sz="2400" b="1" dirty="0">
                <a:solidFill>
                  <a:schemeClr val="bg1">
                    <a:lumMod val="50000"/>
                  </a:schemeClr>
                </a:solidFill>
              </a:rPr>
              <a:t>QPointRobotic.com</a:t>
            </a:r>
          </a:p>
        </p:txBody>
      </p:sp>
      <p:sp>
        <p:nvSpPr>
          <p:cNvPr id="2" name="Title 1"/>
          <p:cNvSpPr>
            <a:spLocks noGrp="1"/>
          </p:cNvSpPr>
          <p:nvPr>
            <p:ph type="title"/>
          </p:nvPr>
        </p:nvSpPr>
        <p:spPr>
          <a:xfrm>
            <a:off x="534353" y="1161867"/>
            <a:ext cx="6703695" cy="1317811"/>
          </a:xfrm>
        </p:spPr>
        <p:txBody>
          <a:bodyPr/>
          <a:lstStyle/>
          <a:p>
            <a:r>
              <a:rPr lang="en-US" dirty="0"/>
              <a:t>Click to edit Master title style</a:t>
            </a:r>
          </a:p>
        </p:txBody>
      </p:sp>
      <p:sp>
        <p:nvSpPr>
          <p:cNvPr id="3" name="Content Placeholder 2"/>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0" name="Slide Number Placeholder 5">
            <a:extLst>
              <a:ext uri="{FF2B5EF4-FFF2-40B4-BE49-F238E27FC236}">
                <a16:creationId xmlns:a16="http://schemas.microsoft.com/office/drawing/2014/main" id="{B044F62C-1063-4D3E-9F20-7E0852E7BEDA}"/>
              </a:ext>
            </a:extLst>
          </p:cNvPr>
          <p:cNvSpPr txBox="1">
            <a:spLocks/>
          </p:cNvSpPr>
          <p:nvPr userDrawn="1"/>
        </p:nvSpPr>
        <p:spPr>
          <a:xfrm>
            <a:off x="5641658" y="9741408"/>
            <a:ext cx="1748790" cy="269158"/>
          </a:xfrm>
          <a:prstGeom prst="rect">
            <a:avLst/>
          </a:prstGeom>
        </p:spPr>
        <p:txBody>
          <a:bodyPr vert="horz" lIns="91440" tIns="45720" rIns="91440" bIns="45720" rtlCol="0" anchor="ctr"/>
          <a:lstStyle>
            <a:defPPr>
              <a:defRPr lang="en-US"/>
            </a:defPPr>
            <a:lvl1pPr marL="0" algn="r" defTabSz="457200" rtl="0" eaLnBrk="1" latinLnBrk="0" hangingPunct="1">
              <a:defRPr sz="1020" kern="1200">
                <a:solidFill>
                  <a:schemeClr val="tx1">
                    <a:tint val="75000"/>
                  </a:schemeClr>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r>
              <a:rPr lang="en-US" dirty="0"/>
              <a:t>Page#</a:t>
            </a:r>
            <a:fld id="{80AFA769-573F-411E-83FA-FD400C2CD3E5}" type="slidenum">
              <a:rPr lang="en-US" smtClean="0"/>
              <a:pPr/>
              <a:t>‹#›</a:t>
            </a:fld>
            <a:endParaRPr lang="en-US" dirty="0"/>
          </a:p>
        </p:txBody>
      </p:sp>
    </p:spTree>
    <p:extLst>
      <p:ext uri="{BB962C8B-B14F-4D97-AF65-F5344CB8AC3E}">
        <p14:creationId xmlns:p14="http://schemas.microsoft.com/office/powerpoint/2010/main" val="74847822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1_Title and Content">
    <p:spTree>
      <p:nvGrpSpPr>
        <p:cNvPr id="1" name=""/>
        <p:cNvGrpSpPr/>
        <p:nvPr/>
      </p:nvGrpSpPr>
      <p:grpSpPr>
        <a:xfrm>
          <a:off x="0" y="0"/>
          <a:ext cx="0" cy="0"/>
          <a:chOff x="0" y="0"/>
          <a:chExt cx="0" cy="0"/>
        </a:xfrm>
      </p:grpSpPr>
      <p:pic>
        <p:nvPicPr>
          <p:cNvPr id="10" name="Picture 9">
            <a:extLst>
              <a:ext uri="{FF2B5EF4-FFF2-40B4-BE49-F238E27FC236}">
                <a16:creationId xmlns:a16="http://schemas.microsoft.com/office/drawing/2014/main" id="{09731EDC-BBFB-49D1-9F97-F46DB925BF67}"/>
              </a:ext>
            </a:extLst>
          </p:cNvPr>
          <p:cNvPicPr>
            <a:picLocks noChangeAspect="1"/>
          </p:cNvPicPr>
          <p:nvPr userDrawn="1"/>
        </p:nvPicPr>
        <p:blipFill>
          <a:blip r:embed="rId2"/>
          <a:stretch>
            <a:fillRect/>
          </a:stretch>
        </p:blipFill>
        <p:spPr>
          <a:xfrm>
            <a:off x="0" y="-110160"/>
            <a:ext cx="7772400" cy="671424"/>
          </a:xfrm>
          <a:prstGeom prst="rect">
            <a:avLst/>
          </a:prstGeom>
        </p:spPr>
      </p:pic>
      <p:sp>
        <p:nvSpPr>
          <p:cNvPr id="11" name="Rectangle 10">
            <a:extLst>
              <a:ext uri="{FF2B5EF4-FFF2-40B4-BE49-F238E27FC236}">
                <a16:creationId xmlns:a16="http://schemas.microsoft.com/office/drawing/2014/main" id="{A8322689-2B8F-4DC0-A705-3872FE8B5801}"/>
              </a:ext>
            </a:extLst>
          </p:cNvPr>
          <p:cNvSpPr/>
          <p:nvPr userDrawn="1"/>
        </p:nvSpPr>
        <p:spPr>
          <a:xfrm>
            <a:off x="0" y="561264"/>
            <a:ext cx="7772400" cy="9497136"/>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Date Placeholder 3"/>
          <p:cNvSpPr>
            <a:spLocks noGrp="1"/>
          </p:cNvSpPr>
          <p:nvPr>
            <p:ph type="dt" sz="half" idx="10"/>
          </p:nvPr>
        </p:nvSpPr>
        <p:spPr/>
        <p:txBody>
          <a:bodyPr/>
          <a:lstStyle/>
          <a:p>
            <a:fld id="{D9F5B14F-473E-40D5-BBEE-1EA4524FEEFD}" type="datetimeFigureOut">
              <a:rPr lang="en-US" smtClean="0"/>
              <a:t>1/4/2026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0AFA769-573F-411E-83FA-FD400C2CD3E5}" type="slidenum">
              <a:rPr lang="en-US" smtClean="0"/>
              <a:t>‹#›</a:t>
            </a:fld>
            <a:endParaRPr lang="en-US"/>
          </a:p>
        </p:txBody>
      </p:sp>
      <p:sp>
        <p:nvSpPr>
          <p:cNvPr id="2" name="Title 1"/>
          <p:cNvSpPr>
            <a:spLocks noGrp="1"/>
          </p:cNvSpPr>
          <p:nvPr>
            <p:ph type="title"/>
          </p:nvPr>
        </p:nvSpPr>
        <p:spPr>
          <a:xfrm>
            <a:off x="534353" y="1161867"/>
            <a:ext cx="6703695" cy="1317811"/>
          </a:xfrm>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pic>
        <p:nvPicPr>
          <p:cNvPr id="12" name="Picture 11">
            <a:extLst>
              <a:ext uri="{FF2B5EF4-FFF2-40B4-BE49-F238E27FC236}">
                <a16:creationId xmlns:a16="http://schemas.microsoft.com/office/drawing/2014/main" id="{A6BF62C9-01EF-4CEB-86BF-7A4B5FCEB099}"/>
              </a:ext>
            </a:extLst>
          </p:cNvPr>
          <p:cNvPicPr>
            <a:picLocks noChangeAspect="1"/>
          </p:cNvPicPr>
          <p:nvPr userDrawn="1"/>
        </p:nvPicPr>
        <p:blipFill rotWithShape="1">
          <a:blip r:embed="rId2"/>
          <a:srcRect l="42455" t="-25230" b="-1"/>
          <a:stretch/>
        </p:blipFill>
        <p:spPr>
          <a:xfrm>
            <a:off x="0" y="9858166"/>
            <a:ext cx="7772400" cy="213817"/>
          </a:xfrm>
          <a:prstGeom prst="rect">
            <a:avLst/>
          </a:prstGeom>
        </p:spPr>
      </p:pic>
    </p:spTree>
    <p:extLst>
      <p:ext uri="{BB962C8B-B14F-4D97-AF65-F5344CB8AC3E}">
        <p14:creationId xmlns:p14="http://schemas.microsoft.com/office/powerpoint/2010/main" val="416710947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obj" preserve="1">
  <p:cSld name="ProductOverview">
    <p:spTree>
      <p:nvGrpSpPr>
        <p:cNvPr id="1" name=""/>
        <p:cNvGrpSpPr/>
        <p:nvPr/>
      </p:nvGrpSpPr>
      <p:grpSpPr>
        <a:xfrm>
          <a:off x="0" y="0"/>
          <a:ext cx="0" cy="0"/>
          <a:chOff x="0" y="0"/>
          <a:chExt cx="0" cy="0"/>
        </a:xfrm>
      </p:grpSpPr>
      <p:pic>
        <p:nvPicPr>
          <p:cNvPr id="11" name="Picture 2" descr="https://media-private.canva.com/MADb56YJHac/1/screen.jpg?response-expires=Wed%2C%2003%20Jul%202019%2016%3A37%3A29%20GMT&amp;X-Amz-Algorithm=AWS4-HMAC-SHA256&amp;X-Amz-Date=20190703T140900Z&amp;X-Amz-SignedHeaders=host&amp;X-Amz-Expires=8908&amp;X-Amz-Credential=AKIAJJATJK7JCUD446NA%2F20190703%2Fus-east-1%2Fs3%2Faws4_request&amp;X-Amz-Signature=f76438ca590de24e9bf9f891cdcdfaef67f112a62ef449e1609561ffd58204f8">
            <a:extLst>
              <a:ext uri="{FF2B5EF4-FFF2-40B4-BE49-F238E27FC236}">
                <a16:creationId xmlns:a16="http://schemas.microsoft.com/office/drawing/2014/main" id="{3A96A017-72A6-4434-B32D-FB3E81E746B6}"/>
              </a:ext>
            </a:extLst>
          </p:cNvPr>
          <p:cNvPicPr>
            <a:picLocks noChangeAspect="1" noChangeArrowheads="1"/>
          </p:cNvPicPr>
          <p:nvPr userDrawn="1"/>
        </p:nvPicPr>
        <p:blipFill rotWithShape="1">
          <a:blip r:embed="rId2">
            <a:extLst>
              <a:ext uri="{28A0092B-C50C-407E-A947-70E740481C1C}">
                <a14:useLocalDpi xmlns:a14="http://schemas.microsoft.com/office/drawing/2010/main" val="0"/>
              </a:ext>
            </a:extLst>
          </a:blip>
          <a:srcRect t="45020"/>
          <a:stretch/>
        </p:blipFill>
        <p:spPr bwMode="auto">
          <a:xfrm>
            <a:off x="1" y="-36283"/>
            <a:ext cx="7772399" cy="2809655"/>
          </a:xfrm>
          <a:prstGeom prst="rect">
            <a:avLst/>
          </a:prstGeom>
          <a:noFill/>
          <a:extLst>
            <a:ext uri="{909E8E84-426E-40DD-AFC4-6F175D3DCCD1}">
              <a14:hiddenFill xmlns:a14="http://schemas.microsoft.com/office/drawing/2010/main">
                <a:solidFill>
                  <a:srgbClr val="FFFFFF"/>
                </a:solidFill>
              </a14:hiddenFill>
            </a:ext>
          </a:extLst>
        </p:spPr>
      </p:pic>
      <p:sp>
        <p:nvSpPr>
          <p:cNvPr id="4" name="Date Placeholder 3"/>
          <p:cNvSpPr>
            <a:spLocks noGrp="1"/>
          </p:cNvSpPr>
          <p:nvPr>
            <p:ph type="dt" sz="half" idx="10"/>
          </p:nvPr>
        </p:nvSpPr>
        <p:spPr/>
        <p:txBody>
          <a:bodyPr/>
          <a:lstStyle/>
          <a:p>
            <a:fld id="{D9F5B14F-473E-40D5-BBEE-1EA4524FEEFD}" type="datetimeFigureOut">
              <a:rPr lang="en-US" smtClean="0"/>
              <a:t>1/4/2026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0AFA769-573F-411E-83FA-FD400C2CD3E5}" type="slidenum">
              <a:rPr lang="en-US" smtClean="0"/>
              <a:t>‹#›</a:t>
            </a:fld>
            <a:endParaRPr lang="en-US"/>
          </a:p>
        </p:txBody>
      </p:sp>
      <p:sp>
        <p:nvSpPr>
          <p:cNvPr id="17" name="Rectangle 16">
            <a:extLst>
              <a:ext uri="{FF2B5EF4-FFF2-40B4-BE49-F238E27FC236}">
                <a16:creationId xmlns:a16="http://schemas.microsoft.com/office/drawing/2014/main" id="{F1752CA3-D0D4-47AF-B1AD-53B19A104C44}"/>
              </a:ext>
            </a:extLst>
          </p:cNvPr>
          <p:cNvSpPr/>
          <p:nvPr userDrawn="1"/>
        </p:nvSpPr>
        <p:spPr>
          <a:xfrm>
            <a:off x="83737" y="9601995"/>
            <a:ext cx="3499677" cy="461665"/>
          </a:xfrm>
          <a:prstGeom prst="rect">
            <a:avLst/>
          </a:prstGeom>
        </p:spPr>
        <p:txBody>
          <a:bodyPr wrap="square">
            <a:spAutoFit/>
          </a:bodyPr>
          <a:lstStyle/>
          <a:p>
            <a:r>
              <a:rPr lang="en-US" sz="2400" b="1" dirty="0">
                <a:solidFill>
                  <a:schemeClr val="bg1">
                    <a:lumMod val="50000"/>
                  </a:schemeClr>
                </a:solidFill>
              </a:rPr>
              <a:t>QPointRobotic.com</a:t>
            </a:r>
          </a:p>
        </p:txBody>
      </p:sp>
      <p:sp>
        <p:nvSpPr>
          <p:cNvPr id="2" name="Title 1"/>
          <p:cNvSpPr>
            <a:spLocks noGrp="1"/>
          </p:cNvSpPr>
          <p:nvPr>
            <p:ph type="title"/>
          </p:nvPr>
        </p:nvSpPr>
        <p:spPr>
          <a:xfrm>
            <a:off x="1979104" y="114890"/>
            <a:ext cx="5793295" cy="410901"/>
          </a:xfrm>
        </p:spPr>
        <p:txBody>
          <a:bodyPr/>
          <a:lstStyle>
            <a:lvl1pPr algn="r">
              <a:defRPr>
                <a:solidFill>
                  <a:schemeClr val="bg1"/>
                </a:solidFill>
              </a:defRPr>
            </a:lvl1pPr>
          </a:lstStyle>
          <a:p>
            <a:r>
              <a:rPr lang="en-US" dirty="0"/>
              <a:t>Click to edit Master title style</a:t>
            </a:r>
          </a:p>
        </p:txBody>
      </p:sp>
      <p:sp>
        <p:nvSpPr>
          <p:cNvPr id="3" name="Content Placeholder 2"/>
          <p:cNvSpPr>
            <a:spLocks noGrp="1"/>
          </p:cNvSpPr>
          <p:nvPr>
            <p:ph idx="1"/>
          </p:nvPr>
        </p:nvSpPr>
        <p:spPr>
          <a:xfrm>
            <a:off x="534353" y="2677584"/>
            <a:ext cx="6703695" cy="6381962"/>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pic>
        <p:nvPicPr>
          <p:cNvPr id="9" name="Picture 8">
            <a:extLst>
              <a:ext uri="{FF2B5EF4-FFF2-40B4-BE49-F238E27FC236}">
                <a16:creationId xmlns:a16="http://schemas.microsoft.com/office/drawing/2014/main" id="{AFC19166-3E6E-43C7-AB2A-1B00D9E37910}"/>
              </a:ext>
            </a:extLst>
          </p:cNvPr>
          <p:cNvPicPr>
            <a:picLocks noChangeAspect="1"/>
          </p:cNvPicPr>
          <p:nvPr userDrawn="1"/>
        </p:nvPicPr>
        <p:blipFill>
          <a:blip r:embed="rId3">
            <a:clrChange>
              <a:clrFrom>
                <a:srgbClr val="E7E7E7"/>
              </a:clrFrom>
              <a:clrTo>
                <a:srgbClr val="E7E7E7">
                  <a:alpha val="0"/>
                </a:srgbClr>
              </a:clrTo>
            </a:clrChange>
          </a:blip>
          <a:stretch>
            <a:fillRect/>
          </a:stretch>
        </p:blipFill>
        <p:spPr>
          <a:xfrm>
            <a:off x="83737" y="2759024"/>
            <a:ext cx="7772400" cy="619125"/>
          </a:xfrm>
          <a:prstGeom prst="rect">
            <a:avLst/>
          </a:prstGeom>
        </p:spPr>
      </p:pic>
    </p:spTree>
    <p:extLst>
      <p:ext uri="{BB962C8B-B14F-4D97-AF65-F5344CB8AC3E}">
        <p14:creationId xmlns:p14="http://schemas.microsoft.com/office/powerpoint/2010/main" val="65655007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SmallerLogos">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D9F5B14F-473E-40D5-BBEE-1EA4524FEEFD}" type="datetimeFigureOut">
              <a:rPr lang="en-US" smtClean="0"/>
              <a:t>1/4/2026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0AFA769-573F-411E-83FA-FD400C2CD3E5}" type="slidenum">
              <a:rPr lang="en-US" smtClean="0"/>
              <a:t>‹#›</a:t>
            </a:fld>
            <a:endParaRPr lang="en-US"/>
          </a:p>
        </p:txBody>
      </p:sp>
      <p:pic>
        <p:nvPicPr>
          <p:cNvPr id="7" name="Content Placeholder 4">
            <a:extLst>
              <a:ext uri="{FF2B5EF4-FFF2-40B4-BE49-F238E27FC236}">
                <a16:creationId xmlns:a16="http://schemas.microsoft.com/office/drawing/2014/main" id="{01E5DECB-33A6-46B2-8E4B-50AD2F848D68}"/>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7772400" cy="1317811"/>
          </a:xfrm>
          <a:prstGeom prst="rect">
            <a:avLst/>
          </a:prstGeom>
        </p:spPr>
      </p:pic>
      <p:sp>
        <p:nvSpPr>
          <p:cNvPr id="8" name="Rectangle 7">
            <a:extLst>
              <a:ext uri="{FF2B5EF4-FFF2-40B4-BE49-F238E27FC236}">
                <a16:creationId xmlns:a16="http://schemas.microsoft.com/office/drawing/2014/main" id="{FC85BF3E-F8E0-454E-8494-26CE9D2504E4}"/>
              </a:ext>
            </a:extLst>
          </p:cNvPr>
          <p:cNvSpPr/>
          <p:nvPr userDrawn="1"/>
        </p:nvSpPr>
        <p:spPr>
          <a:xfrm>
            <a:off x="0" y="1317810"/>
            <a:ext cx="7772400" cy="8740589"/>
          </a:xfrm>
          <a:prstGeom prst="rect">
            <a:avLst/>
          </a:prstGeom>
          <a:solidFill>
            <a:srgbClr val="E7E7E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Rectangle 16">
            <a:extLst>
              <a:ext uri="{FF2B5EF4-FFF2-40B4-BE49-F238E27FC236}">
                <a16:creationId xmlns:a16="http://schemas.microsoft.com/office/drawing/2014/main" id="{F1752CA3-D0D4-47AF-B1AD-53B19A104C44}"/>
              </a:ext>
            </a:extLst>
          </p:cNvPr>
          <p:cNvSpPr/>
          <p:nvPr userDrawn="1"/>
        </p:nvSpPr>
        <p:spPr>
          <a:xfrm>
            <a:off x="83737" y="9601995"/>
            <a:ext cx="3499677" cy="461665"/>
          </a:xfrm>
          <a:prstGeom prst="rect">
            <a:avLst/>
          </a:prstGeom>
        </p:spPr>
        <p:txBody>
          <a:bodyPr wrap="square">
            <a:spAutoFit/>
          </a:bodyPr>
          <a:lstStyle/>
          <a:p>
            <a:r>
              <a:rPr lang="en-US" sz="2400" b="1" dirty="0">
                <a:solidFill>
                  <a:schemeClr val="bg1">
                    <a:lumMod val="50000"/>
                  </a:schemeClr>
                </a:solidFill>
              </a:rPr>
              <a:t>QPointRobotic.com</a:t>
            </a:r>
          </a:p>
        </p:txBody>
      </p:sp>
      <p:sp>
        <p:nvSpPr>
          <p:cNvPr id="10" name="Date Placeholder 3">
            <a:extLst>
              <a:ext uri="{FF2B5EF4-FFF2-40B4-BE49-F238E27FC236}">
                <a16:creationId xmlns:a16="http://schemas.microsoft.com/office/drawing/2014/main" id="{0470DFEF-1013-4730-8C2B-D1A7882B402D}"/>
              </a:ext>
            </a:extLst>
          </p:cNvPr>
          <p:cNvSpPr txBox="1">
            <a:spLocks/>
          </p:cNvSpPr>
          <p:nvPr userDrawn="1"/>
        </p:nvSpPr>
        <p:spPr>
          <a:xfrm>
            <a:off x="534353" y="9322649"/>
            <a:ext cx="1748790" cy="535517"/>
          </a:xfrm>
          <a:prstGeom prst="rect">
            <a:avLst/>
          </a:prstGeom>
        </p:spPr>
        <p:txBody>
          <a:bodyPr vert="horz" lIns="91440" tIns="45720" rIns="91440" bIns="45720" rtlCol="0" anchor="ctr"/>
          <a:lstStyle>
            <a:defPPr>
              <a:defRPr lang="en-US"/>
            </a:defPPr>
            <a:lvl1pPr marL="0" algn="l" defTabSz="457200" rtl="0" eaLnBrk="1" latinLnBrk="0" hangingPunct="1">
              <a:defRPr sz="1020" kern="1200">
                <a:solidFill>
                  <a:schemeClr val="tx1">
                    <a:tint val="75000"/>
                  </a:schemeClr>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fld id="{D9F5B14F-473E-40D5-BBEE-1EA4524FEEFD}" type="datetimeFigureOut">
              <a:rPr lang="en-US" smtClean="0"/>
              <a:pPr/>
              <a:t>1/4/2026</a:t>
            </a:fld>
            <a:endParaRPr lang="en-US"/>
          </a:p>
        </p:txBody>
      </p:sp>
      <p:sp>
        <p:nvSpPr>
          <p:cNvPr id="11" name="Slide Number Placeholder 5">
            <a:extLst>
              <a:ext uri="{FF2B5EF4-FFF2-40B4-BE49-F238E27FC236}">
                <a16:creationId xmlns:a16="http://schemas.microsoft.com/office/drawing/2014/main" id="{FE684948-558E-49F0-AE2D-9B89721812E5}"/>
              </a:ext>
            </a:extLst>
          </p:cNvPr>
          <p:cNvSpPr txBox="1">
            <a:spLocks/>
          </p:cNvSpPr>
          <p:nvPr userDrawn="1"/>
        </p:nvSpPr>
        <p:spPr>
          <a:xfrm>
            <a:off x="5489258" y="9322649"/>
            <a:ext cx="1748790" cy="535517"/>
          </a:xfrm>
          <a:prstGeom prst="rect">
            <a:avLst/>
          </a:prstGeom>
        </p:spPr>
        <p:txBody>
          <a:bodyPr vert="horz" lIns="91440" tIns="45720" rIns="91440" bIns="45720" rtlCol="0" anchor="ctr"/>
          <a:lstStyle>
            <a:defPPr>
              <a:defRPr lang="en-US"/>
            </a:defPPr>
            <a:lvl1pPr marL="0" algn="r" defTabSz="457200" rtl="0" eaLnBrk="1" latinLnBrk="0" hangingPunct="1">
              <a:defRPr sz="1020" kern="1200">
                <a:solidFill>
                  <a:schemeClr val="tx1">
                    <a:tint val="75000"/>
                  </a:schemeClr>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fld id="{80AFA769-573F-411E-83FA-FD400C2CD3E5}" type="slidenum">
              <a:rPr lang="en-US" smtClean="0"/>
              <a:pPr/>
              <a:t>‹#›</a:t>
            </a:fld>
            <a:endParaRPr lang="en-US"/>
          </a:p>
        </p:txBody>
      </p:sp>
      <p:sp>
        <p:nvSpPr>
          <p:cNvPr id="12" name="Rectangle 11">
            <a:extLst>
              <a:ext uri="{FF2B5EF4-FFF2-40B4-BE49-F238E27FC236}">
                <a16:creationId xmlns:a16="http://schemas.microsoft.com/office/drawing/2014/main" id="{A2C74D1F-B893-441A-B509-5A1094DDCBE1}"/>
              </a:ext>
            </a:extLst>
          </p:cNvPr>
          <p:cNvSpPr/>
          <p:nvPr userDrawn="1"/>
        </p:nvSpPr>
        <p:spPr>
          <a:xfrm>
            <a:off x="0" y="0"/>
            <a:ext cx="7772400" cy="10058399"/>
          </a:xfrm>
          <a:prstGeom prst="rect">
            <a:avLst/>
          </a:prstGeom>
          <a:solidFill>
            <a:srgbClr val="E7E7E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3" name="Content Placeholder 2">
            <a:extLst>
              <a:ext uri="{FF2B5EF4-FFF2-40B4-BE49-F238E27FC236}">
                <a16:creationId xmlns:a16="http://schemas.microsoft.com/office/drawing/2014/main" id="{F33E09A2-7F5F-49B5-A7E2-3BA85E7B2612}"/>
              </a:ext>
            </a:extLst>
          </p:cNvPr>
          <p:cNvSpPr>
            <a:spLocks noGrp="1"/>
          </p:cNvSpPr>
          <p:nvPr>
            <p:ph idx="13"/>
          </p:nvPr>
        </p:nvSpPr>
        <p:spPr>
          <a:xfrm>
            <a:off x="534353" y="1700501"/>
            <a:ext cx="6703695" cy="7359045"/>
          </a:xfrm>
        </p:spPr>
        <p:txBody>
          <a:body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grpSp>
        <p:nvGrpSpPr>
          <p:cNvPr id="14" name="Group 13">
            <a:extLst>
              <a:ext uri="{FF2B5EF4-FFF2-40B4-BE49-F238E27FC236}">
                <a16:creationId xmlns:a16="http://schemas.microsoft.com/office/drawing/2014/main" id="{A933A453-CF41-46CC-BADC-4E3561739DFC}"/>
              </a:ext>
            </a:extLst>
          </p:cNvPr>
          <p:cNvGrpSpPr/>
          <p:nvPr userDrawn="1"/>
        </p:nvGrpSpPr>
        <p:grpSpPr>
          <a:xfrm>
            <a:off x="50749" y="8776448"/>
            <a:ext cx="2715998" cy="1400640"/>
            <a:chOff x="2796988" y="-82828"/>
            <a:chExt cx="2715998" cy="1400640"/>
          </a:xfrm>
        </p:grpSpPr>
        <p:pic>
          <p:nvPicPr>
            <p:cNvPr id="15" name="Content Placeholder 4">
              <a:extLst>
                <a:ext uri="{FF2B5EF4-FFF2-40B4-BE49-F238E27FC236}">
                  <a16:creationId xmlns:a16="http://schemas.microsoft.com/office/drawing/2014/main" id="{E13ED2D0-C5EC-4824-ADE9-AE3366B47E5B}"/>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l="35986" t="25850" r="33125"/>
            <a:stretch/>
          </p:blipFill>
          <p:spPr>
            <a:xfrm>
              <a:off x="2796988" y="340660"/>
              <a:ext cx="2400805" cy="977152"/>
            </a:xfrm>
            <a:prstGeom prst="rect">
              <a:avLst/>
            </a:prstGeom>
          </p:spPr>
        </p:pic>
        <p:sp>
          <p:nvSpPr>
            <p:cNvPr id="16" name="Rectangle 15">
              <a:extLst>
                <a:ext uri="{FF2B5EF4-FFF2-40B4-BE49-F238E27FC236}">
                  <a16:creationId xmlns:a16="http://schemas.microsoft.com/office/drawing/2014/main" id="{7342C350-DBCD-486A-87D2-5E66EACEAD6B}"/>
                </a:ext>
              </a:extLst>
            </p:cNvPr>
            <p:cNvSpPr/>
            <p:nvPr userDrawn="1"/>
          </p:nvSpPr>
          <p:spPr>
            <a:xfrm>
              <a:off x="4882599" y="-82828"/>
              <a:ext cx="630387" cy="641653"/>
            </a:xfrm>
            <a:prstGeom prst="rect">
              <a:avLst/>
            </a:prstGeom>
            <a:solidFill>
              <a:srgbClr val="E7E7E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8" name="Group 17">
            <a:extLst>
              <a:ext uri="{FF2B5EF4-FFF2-40B4-BE49-F238E27FC236}">
                <a16:creationId xmlns:a16="http://schemas.microsoft.com/office/drawing/2014/main" id="{6C88C784-8C94-4106-910D-DD9E2403705A}"/>
              </a:ext>
            </a:extLst>
          </p:cNvPr>
          <p:cNvGrpSpPr/>
          <p:nvPr userDrawn="1"/>
        </p:nvGrpSpPr>
        <p:grpSpPr>
          <a:xfrm>
            <a:off x="0" y="0"/>
            <a:ext cx="4141694" cy="1577788"/>
            <a:chOff x="0" y="0"/>
            <a:chExt cx="4141694" cy="1577788"/>
          </a:xfrm>
        </p:grpSpPr>
        <p:pic>
          <p:nvPicPr>
            <p:cNvPr id="19" name="Content Placeholder 4">
              <a:extLst>
                <a:ext uri="{FF2B5EF4-FFF2-40B4-BE49-F238E27FC236}">
                  <a16:creationId xmlns:a16="http://schemas.microsoft.com/office/drawing/2014/main" id="{55653A81-4BA4-4784-9609-F54FF1D497BE}"/>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r="53403"/>
            <a:stretch/>
          </p:blipFill>
          <p:spPr>
            <a:xfrm>
              <a:off x="0" y="0"/>
              <a:ext cx="3621741" cy="1317811"/>
            </a:xfrm>
            <a:prstGeom prst="rect">
              <a:avLst/>
            </a:prstGeom>
          </p:spPr>
        </p:pic>
        <p:sp>
          <p:nvSpPr>
            <p:cNvPr id="20" name="Freeform: Shape 19">
              <a:extLst>
                <a:ext uri="{FF2B5EF4-FFF2-40B4-BE49-F238E27FC236}">
                  <a16:creationId xmlns:a16="http://schemas.microsoft.com/office/drawing/2014/main" id="{D2BD7698-134D-4AAD-8BAA-3706DB075A0A}"/>
                </a:ext>
              </a:extLst>
            </p:cNvPr>
            <p:cNvSpPr/>
            <p:nvPr userDrawn="1"/>
          </p:nvSpPr>
          <p:spPr>
            <a:xfrm>
              <a:off x="2796988" y="304800"/>
              <a:ext cx="1344706" cy="1272988"/>
            </a:xfrm>
            <a:custGeom>
              <a:avLst/>
              <a:gdLst>
                <a:gd name="connsiteX0" fmla="*/ 0 w 1344706"/>
                <a:gd name="connsiteY0" fmla="*/ 1093694 h 1272988"/>
                <a:gd name="connsiteX1" fmla="*/ 35859 w 1344706"/>
                <a:gd name="connsiteY1" fmla="*/ 53788 h 1272988"/>
                <a:gd name="connsiteX2" fmla="*/ 233083 w 1344706"/>
                <a:gd name="connsiteY2" fmla="*/ 0 h 1272988"/>
                <a:gd name="connsiteX3" fmla="*/ 555812 w 1344706"/>
                <a:gd name="connsiteY3" fmla="*/ 107576 h 1272988"/>
                <a:gd name="connsiteX4" fmla="*/ 1326777 w 1344706"/>
                <a:gd name="connsiteY4" fmla="*/ 107576 h 1272988"/>
                <a:gd name="connsiteX5" fmla="*/ 1344706 w 1344706"/>
                <a:gd name="connsiteY5" fmla="*/ 1272988 h 12729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344706" h="1272988">
                  <a:moveTo>
                    <a:pt x="0" y="1093694"/>
                  </a:moveTo>
                  <a:lnTo>
                    <a:pt x="35859" y="53788"/>
                  </a:lnTo>
                  <a:lnTo>
                    <a:pt x="233083" y="0"/>
                  </a:lnTo>
                  <a:lnTo>
                    <a:pt x="555812" y="107576"/>
                  </a:lnTo>
                  <a:lnTo>
                    <a:pt x="1326777" y="107576"/>
                  </a:lnTo>
                  <a:lnTo>
                    <a:pt x="1344706" y="1272988"/>
                  </a:lnTo>
                </a:path>
              </a:pathLst>
            </a:custGeom>
            <a:solidFill>
              <a:srgbClr val="E7E7E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9" name="Title 8">
            <a:extLst>
              <a:ext uri="{FF2B5EF4-FFF2-40B4-BE49-F238E27FC236}">
                <a16:creationId xmlns:a16="http://schemas.microsoft.com/office/drawing/2014/main" id="{36AC3DB5-D1EC-4BCF-9FB3-2756590E3680}"/>
              </a:ext>
            </a:extLst>
          </p:cNvPr>
          <p:cNvSpPr>
            <a:spLocks noGrp="1"/>
          </p:cNvSpPr>
          <p:nvPr>
            <p:ph type="title"/>
          </p:nvPr>
        </p:nvSpPr>
        <p:spPr>
          <a:xfrm>
            <a:off x="3519543" y="129988"/>
            <a:ext cx="3994976" cy="1317812"/>
          </a:xfrm>
        </p:spPr>
        <p:txBody>
          <a:bodyPr/>
          <a:lstStyle/>
          <a:p>
            <a:r>
              <a:rPr lang="en-US" dirty="0"/>
              <a:t>Click to edit Master title style</a:t>
            </a:r>
          </a:p>
        </p:txBody>
      </p:sp>
      <p:sp>
        <p:nvSpPr>
          <p:cNvPr id="21" name="Slide Number Placeholder 5">
            <a:extLst>
              <a:ext uri="{FF2B5EF4-FFF2-40B4-BE49-F238E27FC236}">
                <a16:creationId xmlns:a16="http://schemas.microsoft.com/office/drawing/2014/main" id="{24E8E16C-0306-4FE3-B7B9-E53BC8C1767B}"/>
              </a:ext>
            </a:extLst>
          </p:cNvPr>
          <p:cNvSpPr txBox="1">
            <a:spLocks/>
          </p:cNvSpPr>
          <p:nvPr userDrawn="1"/>
        </p:nvSpPr>
        <p:spPr>
          <a:xfrm>
            <a:off x="5641658" y="9741408"/>
            <a:ext cx="1748790" cy="269158"/>
          </a:xfrm>
          <a:prstGeom prst="rect">
            <a:avLst/>
          </a:prstGeom>
        </p:spPr>
        <p:txBody>
          <a:bodyPr vert="horz" lIns="91440" tIns="45720" rIns="91440" bIns="45720" rtlCol="0" anchor="ctr"/>
          <a:lstStyle>
            <a:defPPr>
              <a:defRPr lang="en-US"/>
            </a:defPPr>
            <a:lvl1pPr marL="0" algn="r" defTabSz="457200" rtl="0" eaLnBrk="1" latinLnBrk="0" hangingPunct="1">
              <a:defRPr sz="1020" kern="1200">
                <a:solidFill>
                  <a:schemeClr val="tx1">
                    <a:tint val="75000"/>
                  </a:schemeClr>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r>
              <a:rPr lang="en-US" dirty="0"/>
              <a:t>Page#</a:t>
            </a:r>
            <a:fld id="{80AFA769-573F-411E-83FA-FD400C2CD3E5}" type="slidenum">
              <a:rPr lang="en-US" smtClean="0"/>
              <a:pPr/>
              <a:t>‹#›</a:t>
            </a:fld>
            <a:endParaRPr lang="en-US" dirty="0"/>
          </a:p>
        </p:txBody>
      </p:sp>
    </p:spTree>
    <p:extLst>
      <p:ext uri="{BB962C8B-B14F-4D97-AF65-F5344CB8AC3E}">
        <p14:creationId xmlns:p14="http://schemas.microsoft.com/office/powerpoint/2010/main" val="344222612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530305" y="2507618"/>
            <a:ext cx="6703695" cy="4184014"/>
          </a:xfrm>
        </p:spPr>
        <p:txBody>
          <a:bodyPr anchor="b"/>
          <a:lstStyle>
            <a:lvl1pPr>
              <a:defRPr sz="5100"/>
            </a:lvl1pPr>
          </a:lstStyle>
          <a:p>
            <a:r>
              <a:rPr lang="en-US"/>
              <a:t>Click to edit Master title style</a:t>
            </a:r>
            <a:endParaRPr lang="en-US" dirty="0"/>
          </a:p>
        </p:txBody>
      </p:sp>
      <p:sp>
        <p:nvSpPr>
          <p:cNvPr id="3" name="Text Placeholder 2"/>
          <p:cNvSpPr>
            <a:spLocks noGrp="1"/>
          </p:cNvSpPr>
          <p:nvPr>
            <p:ph type="body" idx="1"/>
          </p:nvPr>
        </p:nvSpPr>
        <p:spPr>
          <a:xfrm>
            <a:off x="530305" y="6731215"/>
            <a:ext cx="6703695" cy="2200274"/>
          </a:xfrm>
        </p:spPr>
        <p:txBody>
          <a:bodyPr/>
          <a:lstStyle>
            <a:lvl1pPr marL="0" indent="0">
              <a:buNone/>
              <a:defRPr sz="2040">
                <a:solidFill>
                  <a:schemeClr val="tx1"/>
                </a:solidFill>
              </a:defRPr>
            </a:lvl1pPr>
            <a:lvl2pPr marL="388620" indent="0">
              <a:buNone/>
              <a:defRPr sz="1700">
                <a:solidFill>
                  <a:schemeClr val="tx1">
                    <a:tint val="75000"/>
                  </a:schemeClr>
                </a:solidFill>
              </a:defRPr>
            </a:lvl2pPr>
            <a:lvl3pPr marL="777240" indent="0">
              <a:buNone/>
              <a:defRPr sz="1530">
                <a:solidFill>
                  <a:schemeClr val="tx1">
                    <a:tint val="75000"/>
                  </a:schemeClr>
                </a:solidFill>
              </a:defRPr>
            </a:lvl3pPr>
            <a:lvl4pPr marL="1165860" indent="0">
              <a:buNone/>
              <a:defRPr sz="1360">
                <a:solidFill>
                  <a:schemeClr val="tx1">
                    <a:tint val="75000"/>
                  </a:schemeClr>
                </a:solidFill>
              </a:defRPr>
            </a:lvl4pPr>
            <a:lvl5pPr marL="1554480" indent="0">
              <a:buNone/>
              <a:defRPr sz="1360">
                <a:solidFill>
                  <a:schemeClr val="tx1">
                    <a:tint val="75000"/>
                  </a:schemeClr>
                </a:solidFill>
              </a:defRPr>
            </a:lvl5pPr>
            <a:lvl6pPr marL="1943100" indent="0">
              <a:buNone/>
              <a:defRPr sz="1360">
                <a:solidFill>
                  <a:schemeClr val="tx1">
                    <a:tint val="75000"/>
                  </a:schemeClr>
                </a:solidFill>
              </a:defRPr>
            </a:lvl6pPr>
            <a:lvl7pPr marL="2331720" indent="0">
              <a:buNone/>
              <a:defRPr sz="1360">
                <a:solidFill>
                  <a:schemeClr val="tx1">
                    <a:tint val="75000"/>
                  </a:schemeClr>
                </a:solidFill>
              </a:defRPr>
            </a:lvl7pPr>
            <a:lvl8pPr marL="2720340" indent="0">
              <a:buNone/>
              <a:defRPr sz="1360">
                <a:solidFill>
                  <a:schemeClr val="tx1">
                    <a:tint val="75000"/>
                  </a:schemeClr>
                </a:solidFill>
              </a:defRPr>
            </a:lvl8pPr>
            <a:lvl9pPr marL="3108960" indent="0">
              <a:buNone/>
              <a:defRPr sz="136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D9F5B14F-473E-40D5-BBEE-1EA4524FEEFD}" type="datetimeFigureOut">
              <a:rPr lang="en-US" smtClean="0"/>
              <a:t>1/4/2026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0AFA769-573F-411E-83FA-FD400C2CD3E5}" type="slidenum">
              <a:rPr lang="en-US" smtClean="0"/>
              <a:t>‹#›</a:t>
            </a:fld>
            <a:endParaRPr lang="en-US"/>
          </a:p>
        </p:txBody>
      </p:sp>
    </p:spTree>
    <p:extLst>
      <p:ext uri="{BB962C8B-B14F-4D97-AF65-F5344CB8AC3E}">
        <p14:creationId xmlns:p14="http://schemas.microsoft.com/office/powerpoint/2010/main" val="231013822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534353" y="2677584"/>
            <a:ext cx="3303270" cy="6381962"/>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3934778" y="2677584"/>
            <a:ext cx="3303270" cy="6381962"/>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D9F5B14F-473E-40D5-BBEE-1EA4524FEEFD}" type="datetimeFigureOut">
              <a:rPr lang="en-US" smtClean="0"/>
              <a:t>1/4/2026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80AFA769-573F-411E-83FA-FD400C2CD3E5}" type="slidenum">
              <a:rPr lang="en-US" smtClean="0"/>
              <a:t>‹#›</a:t>
            </a:fld>
            <a:endParaRPr lang="en-US"/>
          </a:p>
        </p:txBody>
      </p:sp>
    </p:spTree>
    <p:extLst>
      <p:ext uri="{BB962C8B-B14F-4D97-AF65-F5344CB8AC3E}">
        <p14:creationId xmlns:p14="http://schemas.microsoft.com/office/powerpoint/2010/main" val="411958804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535365" y="535519"/>
            <a:ext cx="6703695" cy="1944159"/>
          </a:xfrm>
        </p:spPr>
        <p:txBody>
          <a:bodyPr/>
          <a:lstStyle/>
          <a:p>
            <a:r>
              <a:rPr lang="en-US"/>
              <a:t>Click to edit Master title style</a:t>
            </a:r>
            <a:endParaRPr lang="en-US" dirty="0"/>
          </a:p>
        </p:txBody>
      </p:sp>
      <p:sp>
        <p:nvSpPr>
          <p:cNvPr id="3" name="Text Placeholder 2"/>
          <p:cNvSpPr>
            <a:spLocks noGrp="1"/>
          </p:cNvSpPr>
          <p:nvPr>
            <p:ph type="body" idx="1"/>
          </p:nvPr>
        </p:nvSpPr>
        <p:spPr>
          <a:xfrm>
            <a:off x="535366" y="2465706"/>
            <a:ext cx="3288089" cy="1208404"/>
          </a:xfrm>
        </p:spPr>
        <p:txBody>
          <a:bodyPr anchor="b"/>
          <a:lstStyle>
            <a:lvl1pPr marL="0" indent="0">
              <a:buNone/>
              <a:defRPr sz="2040" b="1"/>
            </a:lvl1pPr>
            <a:lvl2pPr marL="388620" indent="0">
              <a:buNone/>
              <a:defRPr sz="1700" b="1"/>
            </a:lvl2pPr>
            <a:lvl3pPr marL="777240" indent="0">
              <a:buNone/>
              <a:defRPr sz="1530" b="1"/>
            </a:lvl3pPr>
            <a:lvl4pPr marL="1165860" indent="0">
              <a:buNone/>
              <a:defRPr sz="1360" b="1"/>
            </a:lvl4pPr>
            <a:lvl5pPr marL="1554480" indent="0">
              <a:buNone/>
              <a:defRPr sz="1360" b="1"/>
            </a:lvl5pPr>
            <a:lvl6pPr marL="1943100" indent="0">
              <a:buNone/>
              <a:defRPr sz="1360" b="1"/>
            </a:lvl6pPr>
            <a:lvl7pPr marL="2331720" indent="0">
              <a:buNone/>
              <a:defRPr sz="1360" b="1"/>
            </a:lvl7pPr>
            <a:lvl8pPr marL="2720340" indent="0">
              <a:buNone/>
              <a:defRPr sz="1360" b="1"/>
            </a:lvl8pPr>
            <a:lvl9pPr marL="3108960" indent="0">
              <a:buNone/>
              <a:defRPr sz="1360" b="1"/>
            </a:lvl9pPr>
          </a:lstStyle>
          <a:p>
            <a:pPr lvl="0"/>
            <a:r>
              <a:rPr lang="en-US"/>
              <a:t>Edit Master text styles</a:t>
            </a:r>
          </a:p>
        </p:txBody>
      </p:sp>
      <p:sp>
        <p:nvSpPr>
          <p:cNvPr id="4" name="Content Placeholder 3"/>
          <p:cNvSpPr>
            <a:spLocks noGrp="1"/>
          </p:cNvSpPr>
          <p:nvPr>
            <p:ph sz="half" idx="2"/>
          </p:nvPr>
        </p:nvSpPr>
        <p:spPr>
          <a:xfrm>
            <a:off x="535366" y="3674110"/>
            <a:ext cx="3288089" cy="5404062"/>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3934778" y="2465706"/>
            <a:ext cx="3304282" cy="1208404"/>
          </a:xfrm>
        </p:spPr>
        <p:txBody>
          <a:bodyPr anchor="b"/>
          <a:lstStyle>
            <a:lvl1pPr marL="0" indent="0">
              <a:buNone/>
              <a:defRPr sz="2040" b="1"/>
            </a:lvl1pPr>
            <a:lvl2pPr marL="388620" indent="0">
              <a:buNone/>
              <a:defRPr sz="1700" b="1"/>
            </a:lvl2pPr>
            <a:lvl3pPr marL="777240" indent="0">
              <a:buNone/>
              <a:defRPr sz="1530" b="1"/>
            </a:lvl3pPr>
            <a:lvl4pPr marL="1165860" indent="0">
              <a:buNone/>
              <a:defRPr sz="1360" b="1"/>
            </a:lvl4pPr>
            <a:lvl5pPr marL="1554480" indent="0">
              <a:buNone/>
              <a:defRPr sz="1360" b="1"/>
            </a:lvl5pPr>
            <a:lvl6pPr marL="1943100" indent="0">
              <a:buNone/>
              <a:defRPr sz="1360" b="1"/>
            </a:lvl6pPr>
            <a:lvl7pPr marL="2331720" indent="0">
              <a:buNone/>
              <a:defRPr sz="1360" b="1"/>
            </a:lvl7pPr>
            <a:lvl8pPr marL="2720340" indent="0">
              <a:buNone/>
              <a:defRPr sz="1360" b="1"/>
            </a:lvl8pPr>
            <a:lvl9pPr marL="3108960" indent="0">
              <a:buNone/>
              <a:defRPr sz="1360" b="1"/>
            </a:lvl9pPr>
          </a:lstStyle>
          <a:p>
            <a:pPr lvl="0"/>
            <a:r>
              <a:rPr lang="en-US"/>
              <a:t>Edit Master text styles</a:t>
            </a:r>
          </a:p>
        </p:txBody>
      </p:sp>
      <p:sp>
        <p:nvSpPr>
          <p:cNvPr id="6" name="Content Placeholder 5"/>
          <p:cNvSpPr>
            <a:spLocks noGrp="1"/>
          </p:cNvSpPr>
          <p:nvPr>
            <p:ph sz="quarter" idx="4"/>
          </p:nvPr>
        </p:nvSpPr>
        <p:spPr>
          <a:xfrm>
            <a:off x="3934778" y="3674110"/>
            <a:ext cx="3304282" cy="5404062"/>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D9F5B14F-473E-40D5-BBEE-1EA4524FEEFD}" type="datetimeFigureOut">
              <a:rPr lang="en-US" smtClean="0"/>
              <a:t>1/4/2026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80AFA769-573F-411E-83FA-FD400C2CD3E5}" type="slidenum">
              <a:rPr lang="en-US" smtClean="0"/>
              <a:t>‹#›</a:t>
            </a:fld>
            <a:endParaRPr lang="en-US"/>
          </a:p>
        </p:txBody>
      </p:sp>
    </p:spTree>
    <p:extLst>
      <p:ext uri="{BB962C8B-B14F-4D97-AF65-F5344CB8AC3E}">
        <p14:creationId xmlns:p14="http://schemas.microsoft.com/office/powerpoint/2010/main" val="314317184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D9F5B14F-473E-40D5-BBEE-1EA4524FEEFD}" type="datetimeFigureOut">
              <a:rPr lang="en-US" smtClean="0"/>
              <a:t>1/4/2026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80AFA769-573F-411E-83FA-FD400C2CD3E5}" type="slidenum">
              <a:rPr lang="en-US" smtClean="0"/>
              <a:t>‹#›</a:t>
            </a:fld>
            <a:endParaRPr lang="en-US"/>
          </a:p>
        </p:txBody>
      </p:sp>
    </p:spTree>
    <p:extLst>
      <p:ext uri="{BB962C8B-B14F-4D97-AF65-F5344CB8AC3E}">
        <p14:creationId xmlns:p14="http://schemas.microsoft.com/office/powerpoint/2010/main" val="149616977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D9F5B14F-473E-40D5-BBEE-1EA4524FEEFD}" type="datetimeFigureOut">
              <a:rPr lang="en-US" smtClean="0"/>
              <a:t>1/4/2026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80AFA769-573F-411E-83FA-FD400C2CD3E5}" type="slidenum">
              <a:rPr lang="en-US" smtClean="0"/>
              <a:t>‹#›</a:t>
            </a:fld>
            <a:endParaRPr lang="en-US"/>
          </a:p>
        </p:txBody>
      </p:sp>
    </p:spTree>
    <p:extLst>
      <p:ext uri="{BB962C8B-B14F-4D97-AF65-F5344CB8AC3E}">
        <p14:creationId xmlns:p14="http://schemas.microsoft.com/office/powerpoint/2010/main" val="42370367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535365" y="670560"/>
            <a:ext cx="2506801" cy="2346960"/>
          </a:xfrm>
        </p:spPr>
        <p:txBody>
          <a:bodyPr anchor="b"/>
          <a:lstStyle>
            <a:lvl1pPr>
              <a:defRPr sz="2720"/>
            </a:lvl1pPr>
          </a:lstStyle>
          <a:p>
            <a:r>
              <a:rPr lang="en-US"/>
              <a:t>Click to edit Master title style</a:t>
            </a:r>
            <a:endParaRPr lang="en-US" dirty="0"/>
          </a:p>
        </p:txBody>
      </p:sp>
      <p:sp>
        <p:nvSpPr>
          <p:cNvPr id="3" name="Content Placeholder 2"/>
          <p:cNvSpPr>
            <a:spLocks noGrp="1"/>
          </p:cNvSpPr>
          <p:nvPr>
            <p:ph idx="1"/>
          </p:nvPr>
        </p:nvSpPr>
        <p:spPr>
          <a:xfrm>
            <a:off x="3304282" y="1448226"/>
            <a:ext cx="3934778" cy="7147983"/>
          </a:xfrm>
        </p:spPr>
        <p:txBody>
          <a:bodyPr/>
          <a:lstStyle>
            <a:lvl1pPr>
              <a:defRPr sz="2720"/>
            </a:lvl1pPr>
            <a:lvl2pPr>
              <a:defRPr sz="2380"/>
            </a:lvl2pPr>
            <a:lvl3pPr>
              <a:defRPr sz="2040"/>
            </a:lvl3pPr>
            <a:lvl4pPr>
              <a:defRPr sz="1700"/>
            </a:lvl4pPr>
            <a:lvl5pPr>
              <a:defRPr sz="1700"/>
            </a:lvl5pPr>
            <a:lvl6pPr>
              <a:defRPr sz="1700"/>
            </a:lvl6pPr>
            <a:lvl7pPr>
              <a:defRPr sz="1700"/>
            </a:lvl7pPr>
            <a:lvl8pPr>
              <a:defRPr sz="1700"/>
            </a:lvl8pPr>
            <a:lvl9pPr>
              <a:defRPr sz="17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535365" y="3017520"/>
            <a:ext cx="2506801" cy="5590329"/>
          </a:xfrm>
        </p:spPr>
        <p:txBody>
          <a:bodyPr/>
          <a:lstStyle>
            <a:lvl1pPr marL="0" indent="0">
              <a:buNone/>
              <a:defRPr sz="1360"/>
            </a:lvl1pPr>
            <a:lvl2pPr marL="388620" indent="0">
              <a:buNone/>
              <a:defRPr sz="1190"/>
            </a:lvl2pPr>
            <a:lvl3pPr marL="777240" indent="0">
              <a:buNone/>
              <a:defRPr sz="1020"/>
            </a:lvl3pPr>
            <a:lvl4pPr marL="1165860" indent="0">
              <a:buNone/>
              <a:defRPr sz="850"/>
            </a:lvl4pPr>
            <a:lvl5pPr marL="1554480" indent="0">
              <a:buNone/>
              <a:defRPr sz="850"/>
            </a:lvl5pPr>
            <a:lvl6pPr marL="1943100" indent="0">
              <a:buNone/>
              <a:defRPr sz="850"/>
            </a:lvl6pPr>
            <a:lvl7pPr marL="2331720" indent="0">
              <a:buNone/>
              <a:defRPr sz="850"/>
            </a:lvl7pPr>
            <a:lvl8pPr marL="2720340" indent="0">
              <a:buNone/>
              <a:defRPr sz="850"/>
            </a:lvl8pPr>
            <a:lvl9pPr marL="3108960" indent="0">
              <a:buNone/>
              <a:defRPr sz="850"/>
            </a:lvl9pPr>
          </a:lstStyle>
          <a:p>
            <a:pPr lvl="0"/>
            <a:r>
              <a:rPr lang="en-US"/>
              <a:t>Edit Master text styles</a:t>
            </a:r>
          </a:p>
        </p:txBody>
      </p:sp>
      <p:sp>
        <p:nvSpPr>
          <p:cNvPr id="5" name="Date Placeholder 4"/>
          <p:cNvSpPr>
            <a:spLocks noGrp="1"/>
          </p:cNvSpPr>
          <p:nvPr>
            <p:ph type="dt" sz="half" idx="10"/>
          </p:nvPr>
        </p:nvSpPr>
        <p:spPr/>
        <p:txBody>
          <a:bodyPr/>
          <a:lstStyle/>
          <a:p>
            <a:fld id="{D9F5B14F-473E-40D5-BBEE-1EA4524FEEFD}" type="datetimeFigureOut">
              <a:rPr lang="en-US" smtClean="0"/>
              <a:t>1/4/2026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80AFA769-573F-411E-83FA-FD400C2CD3E5}" type="slidenum">
              <a:rPr lang="en-US" smtClean="0"/>
              <a:t>‹#›</a:t>
            </a:fld>
            <a:endParaRPr lang="en-US"/>
          </a:p>
        </p:txBody>
      </p:sp>
    </p:spTree>
    <p:extLst>
      <p:ext uri="{BB962C8B-B14F-4D97-AF65-F5344CB8AC3E}">
        <p14:creationId xmlns:p14="http://schemas.microsoft.com/office/powerpoint/2010/main" val="479933087"/>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535365" y="670560"/>
            <a:ext cx="2506801" cy="2346960"/>
          </a:xfrm>
        </p:spPr>
        <p:txBody>
          <a:bodyPr anchor="b"/>
          <a:lstStyle>
            <a:lvl1pPr>
              <a:defRPr sz="2720"/>
            </a:lvl1pPr>
          </a:lstStyle>
          <a:p>
            <a:r>
              <a:rPr lang="en-US"/>
              <a:t>Click to edit Master title style</a:t>
            </a:r>
            <a:endParaRPr lang="en-US" dirty="0"/>
          </a:p>
        </p:txBody>
      </p:sp>
      <p:sp>
        <p:nvSpPr>
          <p:cNvPr id="3" name="Picture Placeholder 2"/>
          <p:cNvSpPr>
            <a:spLocks noGrp="1" noChangeAspect="1"/>
          </p:cNvSpPr>
          <p:nvPr>
            <p:ph type="pic" idx="1"/>
          </p:nvPr>
        </p:nvSpPr>
        <p:spPr>
          <a:xfrm>
            <a:off x="3304282" y="1448226"/>
            <a:ext cx="3934778" cy="7147983"/>
          </a:xfrm>
        </p:spPr>
        <p:txBody>
          <a:bodyPr anchor="t"/>
          <a:lstStyle>
            <a:lvl1pPr marL="0" indent="0">
              <a:buNone/>
              <a:defRPr sz="2720"/>
            </a:lvl1pPr>
            <a:lvl2pPr marL="388620" indent="0">
              <a:buNone/>
              <a:defRPr sz="2380"/>
            </a:lvl2pPr>
            <a:lvl3pPr marL="777240" indent="0">
              <a:buNone/>
              <a:defRPr sz="2040"/>
            </a:lvl3pPr>
            <a:lvl4pPr marL="1165860" indent="0">
              <a:buNone/>
              <a:defRPr sz="1700"/>
            </a:lvl4pPr>
            <a:lvl5pPr marL="1554480" indent="0">
              <a:buNone/>
              <a:defRPr sz="1700"/>
            </a:lvl5pPr>
            <a:lvl6pPr marL="1943100" indent="0">
              <a:buNone/>
              <a:defRPr sz="1700"/>
            </a:lvl6pPr>
            <a:lvl7pPr marL="2331720" indent="0">
              <a:buNone/>
              <a:defRPr sz="1700"/>
            </a:lvl7pPr>
            <a:lvl8pPr marL="2720340" indent="0">
              <a:buNone/>
              <a:defRPr sz="1700"/>
            </a:lvl8pPr>
            <a:lvl9pPr marL="3108960" indent="0">
              <a:buNone/>
              <a:defRPr sz="1700"/>
            </a:lvl9pPr>
          </a:lstStyle>
          <a:p>
            <a:r>
              <a:rPr lang="en-US"/>
              <a:t>Click icon to add picture</a:t>
            </a:r>
            <a:endParaRPr lang="en-US" dirty="0"/>
          </a:p>
        </p:txBody>
      </p:sp>
      <p:sp>
        <p:nvSpPr>
          <p:cNvPr id="4" name="Text Placeholder 3"/>
          <p:cNvSpPr>
            <a:spLocks noGrp="1"/>
          </p:cNvSpPr>
          <p:nvPr>
            <p:ph type="body" sz="half" idx="2"/>
          </p:nvPr>
        </p:nvSpPr>
        <p:spPr>
          <a:xfrm>
            <a:off x="535365" y="3017520"/>
            <a:ext cx="2506801" cy="5590329"/>
          </a:xfrm>
        </p:spPr>
        <p:txBody>
          <a:bodyPr/>
          <a:lstStyle>
            <a:lvl1pPr marL="0" indent="0">
              <a:buNone/>
              <a:defRPr sz="1360"/>
            </a:lvl1pPr>
            <a:lvl2pPr marL="388620" indent="0">
              <a:buNone/>
              <a:defRPr sz="1190"/>
            </a:lvl2pPr>
            <a:lvl3pPr marL="777240" indent="0">
              <a:buNone/>
              <a:defRPr sz="1020"/>
            </a:lvl3pPr>
            <a:lvl4pPr marL="1165860" indent="0">
              <a:buNone/>
              <a:defRPr sz="850"/>
            </a:lvl4pPr>
            <a:lvl5pPr marL="1554480" indent="0">
              <a:buNone/>
              <a:defRPr sz="850"/>
            </a:lvl5pPr>
            <a:lvl6pPr marL="1943100" indent="0">
              <a:buNone/>
              <a:defRPr sz="850"/>
            </a:lvl6pPr>
            <a:lvl7pPr marL="2331720" indent="0">
              <a:buNone/>
              <a:defRPr sz="850"/>
            </a:lvl7pPr>
            <a:lvl8pPr marL="2720340" indent="0">
              <a:buNone/>
              <a:defRPr sz="850"/>
            </a:lvl8pPr>
            <a:lvl9pPr marL="3108960" indent="0">
              <a:buNone/>
              <a:defRPr sz="850"/>
            </a:lvl9pPr>
          </a:lstStyle>
          <a:p>
            <a:pPr lvl="0"/>
            <a:r>
              <a:rPr lang="en-US"/>
              <a:t>Edit Master text styles</a:t>
            </a:r>
          </a:p>
        </p:txBody>
      </p:sp>
      <p:sp>
        <p:nvSpPr>
          <p:cNvPr id="5" name="Date Placeholder 4"/>
          <p:cNvSpPr>
            <a:spLocks noGrp="1"/>
          </p:cNvSpPr>
          <p:nvPr>
            <p:ph type="dt" sz="half" idx="10"/>
          </p:nvPr>
        </p:nvSpPr>
        <p:spPr/>
        <p:txBody>
          <a:bodyPr/>
          <a:lstStyle/>
          <a:p>
            <a:fld id="{D9F5B14F-473E-40D5-BBEE-1EA4524FEEFD}" type="datetimeFigureOut">
              <a:rPr lang="en-US" smtClean="0"/>
              <a:t>1/4/2026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80AFA769-573F-411E-83FA-FD400C2CD3E5}" type="slidenum">
              <a:rPr lang="en-US" smtClean="0"/>
              <a:t>‹#›</a:t>
            </a:fld>
            <a:endParaRPr lang="en-US"/>
          </a:p>
        </p:txBody>
      </p:sp>
    </p:spTree>
    <p:extLst>
      <p:ext uri="{BB962C8B-B14F-4D97-AF65-F5344CB8AC3E}">
        <p14:creationId xmlns:p14="http://schemas.microsoft.com/office/powerpoint/2010/main" val="2919342703"/>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D9F5B14F-473E-40D5-BBEE-1EA4524FEEFD}" type="datetimeFigureOut">
              <a:rPr lang="en-US" smtClean="0"/>
              <a:t>1/4/2026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0AFA769-573F-411E-83FA-FD400C2CD3E5}" type="slidenum">
              <a:rPr lang="en-US" smtClean="0"/>
              <a:t>‹#›</a:t>
            </a:fld>
            <a:endParaRPr lang="en-US"/>
          </a:p>
        </p:txBody>
      </p:sp>
    </p:spTree>
    <p:extLst>
      <p:ext uri="{BB962C8B-B14F-4D97-AF65-F5344CB8AC3E}">
        <p14:creationId xmlns:p14="http://schemas.microsoft.com/office/powerpoint/2010/main" val="1972757848"/>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5562124" y="535517"/>
            <a:ext cx="1675924" cy="8524029"/>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534353" y="535517"/>
            <a:ext cx="4930616" cy="8524029"/>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D9F5B14F-473E-40D5-BBEE-1EA4524FEEFD}" type="datetimeFigureOut">
              <a:rPr lang="en-US" smtClean="0"/>
              <a:t>1/4/2026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0AFA769-573F-411E-83FA-FD400C2CD3E5}" type="slidenum">
              <a:rPr lang="en-US" smtClean="0"/>
              <a:t>‹#›</a:t>
            </a:fld>
            <a:endParaRPr lang="en-US"/>
          </a:p>
        </p:txBody>
      </p:sp>
    </p:spTree>
    <p:extLst>
      <p:ext uri="{BB962C8B-B14F-4D97-AF65-F5344CB8AC3E}">
        <p14:creationId xmlns:p14="http://schemas.microsoft.com/office/powerpoint/2010/main" val="211160826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theme" Target="../theme/theme1.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534353" y="535519"/>
            <a:ext cx="6703695" cy="1944159"/>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534353" y="2677584"/>
            <a:ext cx="6703695" cy="6381962"/>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534353" y="9322649"/>
            <a:ext cx="1748790" cy="535517"/>
          </a:xfrm>
          <a:prstGeom prst="rect">
            <a:avLst/>
          </a:prstGeom>
        </p:spPr>
        <p:txBody>
          <a:bodyPr vert="horz" lIns="91440" tIns="45720" rIns="91440" bIns="45720" rtlCol="0" anchor="ctr"/>
          <a:lstStyle>
            <a:lvl1pPr algn="l">
              <a:defRPr sz="1020">
                <a:solidFill>
                  <a:schemeClr val="tx1">
                    <a:tint val="75000"/>
                  </a:schemeClr>
                </a:solidFill>
              </a:defRPr>
            </a:lvl1pPr>
          </a:lstStyle>
          <a:p>
            <a:fld id="{D9F5B14F-473E-40D5-BBEE-1EA4524FEEFD}" type="datetimeFigureOut">
              <a:rPr lang="en-US" smtClean="0"/>
              <a:t>1/4/2026</a:t>
            </a:fld>
            <a:endParaRPr lang="en-US"/>
          </a:p>
        </p:txBody>
      </p:sp>
      <p:sp>
        <p:nvSpPr>
          <p:cNvPr id="5" name="Footer Placeholder 4"/>
          <p:cNvSpPr>
            <a:spLocks noGrp="1"/>
          </p:cNvSpPr>
          <p:nvPr>
            <p:ph type="ftr" sz="quarter" idx="3"/>
          </p:nvPr>
        </p:nvSpPr>
        <p:spPr>
          <a:xfrm>
            <a:off x="2574608" y="9322649"/>
            <a:ext cx="2623185" cy="535517"/>
          </a:xfrm>
          <a:prstGeom prst="rect">
            <a:avLst/>
          </a:prstGeom>
        </p:spPr>
        <p:txBody>
          <a:bodyPr vert="horz" lIns="91440" tIns="45720" rIns="91440" bIns="45720" rtlCol="0" anchor="ctr"/>
          <a:lstStyle>
            <a:lvl1pPr algn="ctr">
              <a:defRPr sz="102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5489258" y="9322649"/>
            <a:ext cx="1748790" cy="535517"/>
          </a:xfrm>
          <a:prstGeom prst="rect">
            <a:avLst/>
          </a:prstGeom>
        </p:spPr>
        <p:txBody>
          <a:bodyPr vert="horz" lIns="91440" tIns="45720" rIns="91440" bIns="45720" rtlCol="0" anchor="ctr"/>
          <a:lstStyle>
            <a:lvl1pPr algn="r">
              <a:defRPr sz="1020">
                <a:solidFill>
                  <a:schemeClr val="tx1">
                    <a:tint val="75000"/>
                  </a:schemeClr>
                </a:solidFill>
              </a:defRPr>
            </a:lvl1pPr>
          </a:lstStyle>
          <a:p>
            <a:fld id="{80AFA769-573F-411E-83FA-FD400C2CD3E5}" type="slidenum">
              <a:rPr lang="en-US" smtClean="0"/>
              <a:t>‹#›</a:t>
            </a:fld>
            <a:endParaRPr lang="en-US"/>
          </a:p>
        </p:txBody>
      </p:sp>
    </p:spTree>
    <p:extLst>
      <p:ext uri="{BB962C8B-B14F-4D97-AF65-F5344CB8AC3E}">
        <p14:creationId xmlns:p14="http://schemas.microsoft.com/office/powerpoint/2010/main" val="1945868403"/>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74" r:id="rId3"/>
    <p:sldLayoutId id="2147483673" r:id="rId4"/>
    <p:sldLayoutId id="2147483672" r:id="rId5"/>
    <p:sldLayoutId id="2147483663" r:id="rId6"/>
    <p:sldLayoutId id="2147483664" r:id="rId7"/>
    <p:sldLayoutId id="2147483665" r:id="rId8"/>
    <p:sldLayoutId id="2147483666" r:id="rId9"/>
    <p:sldLayoutId id="2147483667" r:id="rId10"/>
    <p:sldLayoutId id="2147483668" r:id="rId11"/>
    <p:sldLayoutId id="2147483669" r:id="rId12"/>
    <p:sldLayoutId id="2147483670" r:id="rId13"/>
    <p:sldLayoutId id="2147483671" r:id="rId14"/>
  </p:sldLayoutIdLst>
  <p:txStyles>
    <p:titleStyle>
      <a:lvl1pPr algn="l" defTabSz="777240" rtl="0" eaLnBrk="1" latinLnBrk="0" hangingPunct="1">
        <a:lnSpc>
          <a:spcPct val="90000"/>
        </a:lnSpc>
        <a:spcBef>
          <a:spcPct val="0"/>
        </a:spcBef>
        <a:buNone/>
        <a:defRPr sz="3740" kern="1200">
          <a:solidFill>
            <a:schemeClr val="tx1"/>
          </a:solidFill>
          <a:latin typeface="+mj-lt"/>
          <a:ea typeface="+mj-ea"/>
          <a:cs typeface="+mj-cs"/>
        </a:defRPr>
      </a:lvl1pPr>
    </p:titleStyle>
    <p:bodyStyle>
      <a:lvl1pPr marL="194310" indent="-194310" algn="l" defTabSz="777240" rtl="0" eaLnBrk="1" latinLnBrk="0" hangingPunct="1">
        <a:lnSpc>
          <a:spcPct val="90000"/>
        </a:lnSpc>
        <a:spcBef>
          <a:spcPts val="850"/>
        </a:spcBef>
        <a:buFont typeface="Arial" panose="020B0604020202020204" pitchFamily="34" charset="0"/>
        <a:buChar char="•"/>
        <a:defRPr sz="2380" kern="1200">
          <a:solidFill>
            <a:schemeClr val="tx1"/>
          </a:solidFill>
          <a:latin typeface="+mn-lt"/>
          <a:ea typeface="+mn-ea"/>
          <a:cs typeface="+mn-cs"/>
        </a:defRPr>
      </a:lvl1pPr>
      <a:lvl2pPr marL="582930" indent="-194310" algn="l" defTabSz="777240" rtl="0" eaLnBrk="1" latinLnBrk="0" hangingPunct="1">
        <a:lnSpc>
          <a:spcPct val="90000"/>
        </a:lnSpc>
        <a:spcBef>
          <a:spcPts val="425"/>
        </a:spcBef>
        <a:buFont typeface="Arial" panose="020B0604020202020204" pitchFamily="34" charset="0"/>
        <a:buChar char="•"/>
        <a:defRPr sz="2040" kern="1200">
          <a:solidFill>
            <a:schemeClr val="tx1"/>
          </a:solidFill>
          <a:latin typeface="+mn-lt"/>
          <a:ea typeface="+mn-ea"/>
          <a:cs typeface="+mn-cs"/>
        </a:defRPr>
      </a:lvl2pPr>
      <a:lvl3pPr marL="971550" indent="-194310" algn="l" defTabSz="777240" rtl="0" eaLnBrk="1" latinLnBrk="0" hangingPunct="1">
        <a:lnSpc>
          <a:spcPct val="90000"/>
        </a:lnSpc>
        <a:spcBef>
          <a:spcPts val="425"/>
        </a:spcBef>
        <a:buFont typeface="Arial" panose="020B0604020202020204" pitchFamily="34" charset="0"/>
        <a:buChar char="•"/>
        <a:defRPr sz="1700" kern="1200">
          <a:solidFill>
            <a:schemeClr val="tx1"/>
          </a:solidFill>
          <a:latin typeface="+mn-lt"/>
          <a:ea typeface="+mn-ea"/>
          <a:cs typeface="+mn-cs"/>
        </a:defRPr>
      </a:lvl3pPr>
      <a:lvl4pPr marL="1360170" indent="-194310" algn="l" defTabSz="777240" rtl="0" eaLnBrk="1" latinLnBrk="0" hangingPunct="1">
        <a:lnSpc>
          <a:spcPct val="90000"/>
        </a:lnSpc>
        <a:spcBef>
          <a:spcPts val="425"/>
        </a:spcBef>
        <a:buFont typeface="Arial" panose="020B0604020202020204" pitchFamily="34" charset="0"/>
        <a:buChar char="•"/>
        <a:defRPr sz="1530" kern="1200">
          <a:solidFill>
            <a:schemeClr val="tx1"/>
          </a:solidFill>
          <a:latin typeface="+mn-lt"/>
          <a:ea typeface="+mn-ea"/>
          <a:cs typeface="+mn-cs"/>
        </a:defRPr>
      </a:lvl4pPr>
      <a:lvl5pPr marL="1748790" indent="-194310" algn="l" defTabSz="777240" rtl="0" eaLnBrk="1" latinLnBrk="0" hangingPunct="1">
        <a:lnSpc>
          <a:spcPct val="90000"/>
        </a:lnSpc>
        <a:spcBef>
          <a:spcPts val="425"/>
        </a:spcBef>
        <a:buFont typeface="Arial" panose="020B0604020202020204" pitchFamily="34" charset="0"/>
        <a:buChar char="•"/>
        <a:defRPr sz="1530" kern="1200">
          <a:solidFill>
            <a:schemeClr val="tx1"/>
          </a:solidFill>
          <a:latin typeface="+mn-lt"/>
          <a:ea typeface="+mn-ea"/>
          <a:cs typeface="+mn-cs"/>
        </a:defRPr>
      </a:lvl5pPr>
      <a:lvl6pPr marL="2137410" indent="-194310" algn="l" defTabSz="777240" rtl="0" eaLnBrk="1" latinLnBrk="0" hangingPunct="1">
        <a:lnSpc>
          <a:spcPct val="90000"/>
        </a:lnSpc>
        <a:spcBef>
          <a:spcPts val="425"/>
        </a:spcBef>
        <a:buFont typeface="Arial" panose="020B0604020202020204" pitchFamily="34" charset="0"/>
        <a:buChar char="•"/>
        <a:defRPr sz="1530" kern="1200">
          <a:solidFill>
            <a:schemeClr val="tx1"/>
          </a:solidFill>
          <a:latin typeface="+mn-lt"/>
          <a:ea typeface="+mn-ea"/>
          <a:cs typeface="+mn-cs"/>
        </a:defRPr>
      </a:lvl6pPr>
      <a:lvl7pPr marL="2526030" indent="-194310" algn="l" defTabSz="777240" rtl="0" eaLnBrk="1" latinLnBrk="0" hangingPunct="1">
        <a:lnSpc>
          <a:spcPct val="90000"/>
        </a:lnSpc>
        <a:spcBef>
          <a:spcPts val="425"/>
        </a:spcBef>
        <a:buFont typeface="Arial" panose="020B0604020202020204" pitchFamily="34" charset="0"/>
        <a:buChar char="•"/>
        <a:defRPr sz="1530" kern="1200">
          <a:solidFill>
            <a:schemeClr val="tx1"/>
          </a:solidFill>
          <a:latin typeface="+mn-lt"/>
          <a:ea typeface="+mn-ea"/>
          <a:cs typeface="+mn-cs"/>
        </a:defRPr>
      </a:lvl7pPr>
      <a:lvl8pPr marL="2914650" indent="-194310" algn="l" defTabSz="777240" rtl="0" eaLnBrk="1" latinLnBrk="0" hangingPunct="1">
        <a:lnSpc>
          <a:spcPct val="90000"/>
        </a:lnSpc>
        <a:spcBef>
          <a:spcPts val="425"/>
        </a:spcBef>
        <a:buFont typeface="Arial" panose="020B0604020202020204" pitchFamily="34" charset="0"/>
        <a:buChar char="•"/>
        <a:defRPr sz="1530" kern="1200">
          <a:solidFill>
            <a:schemeClr val="tx1"/>
          </a:solidFill>
          <a:latin typeface="+mn-lt"/>
          <a:ea typeface="+mn-ea"/>
          <a:cs typeface="+mn-cs"/>
        </a:defRPr>
      </a:lvl8pPr>
      <a:lvl9pPr marL="3303270" indent="-194310" algn="l" defTabSz="777240" rtl="0" eaLnBrk="1" latinLnBrk="0" hangingPunct="1">
        <a:lnSpc>
          <a:spcPct val="90000"/>
        </a:lnSpc>
        <a:spcBef>
          <a:spcPts val="425"/>
        </a:spcBef>
        <a:buFont typeface="Arial" panose="020B0604020202020204" pitchFamily="34" charset="0"/>
        <a:buChar char="•"/>
        <a:defRPr sz="1530" kern="1200">
          <a:solidFill>
            <a:schemeClr val="tx1"/>
          </a:solidFill>
          <a:latin typeface="+mn-lt"/>
          <a:ea typeface="+mn-ea"/>
          <a:cs typeface="+mn-cs"/>
        </a:defRPr>
      </a:lvl9pPr>
    </p:bodyStyle>
    <p:otherStyle>
      <a:defPPr>
        <a:defRPr lang="en-US"/>
      </a:defPPr>
      <a:lvl1pPr marL="0" algn="l" defTabSz="777240" rtl="0" eaLnBrk="1" latinLnBrk="0" hangingPunct="1">
        <a:defRPr sz="1530" kern="1200">
          <a:solidFill>
            <a:schemeClr val="tx1"/>
          </a:solidFill>
          <a:latin typeface="+mn-lt"/>
          <a:ea typeface="+mn-ea"/>
          <a:cs typeface="+mn-cs"/>
        </a:defRPr>
      </a:lvl1pPr>
      <a:lvl2pPr marL="388620" algn="l" defTabSz="777240" rtl="0" eaLnBrk="1" latinLnBrk="0" hangingPunct="1">
        <a:defRPr sz="1530" kern="1200">
          <a:solidFill>
            <a:schemeClr val="tx1"/>
          </a:solidFill>
          <a:latin typeface="+mn-lt"/>
          <a:ea typeface="+mn-ea"/>
          <a:cs typeface="+mn-cs"/>
        </a:defRPr>
      </a:lvl2pPr>
      <a:lvl3pPr marL="777240" algn="l" defTabSz="777240" rtl="0" eaLnBrk="1" latinLnBrk="0" hangingPunct="1">
        <a:defRPr sz="1530" kern="1200">
          <a:solidFill>
            <a:schemeClr val="tx1"/>
          </a:solidFill>
          <a:latin typeface="+mn-lt"/>
          <a:ea typeface="+mn-ea"/>
          <a:cs typeface="+mn-cs"/>
        </a:defRPr>
      </a:lvl3pPr>
      <a:lvl4pPr marL="1165860" algn="l" defTabSz="777240" rtl="0" eaLnBrk="1" latinLnBrk="0" hangingPunct="1">
        <a:defRPr sz="1530" kern="1200">
          <a:solidFill>
            <a:schemeClr val="tx1"/>
          </a:solidFill>
          <a:latin typeface="+mn-lt"/>
          <a:ea typeface="+mn-ea"/>
          <a:cs typeface="+mn-cs"/>
        </a:defRPr>
      </a:lvl4pPr>
      <a:lvl5pPr marL="1554480" algn="l" defTabSz="777240" rtl="0" eaLnBrk="1" latinLnBrk="0" hangingPunct="1">
        <a:defRPr sz="1530" kern="1200">
          <a:solidFill>
            <a:schemeClr val="tx1"/>
          </a:solidFill>
          <a:latin typeface="+mn-lt"/>
          <a:ea typeface="+mn-ea"/>
          <a:cs typeface="+mn-cs"/>
        </a:defRPr>
      </a:lvl5pPr>
      <a:lvl6pPr marL="1943100" algn="l" defTabSz="777240" rtl="0" eaLnBrk="1" latinLnBrk="0" hangingPunct="1">
        <a:defRPr sz="1530" kern="1200">
          <a:solidFill>
            <a:schemeClr val="tx1"/>
          </a:solidFill>
          <a:latin typeface="+mn-lt"/>
          <a:ea typeface="+mn-ea"/>
          <a:cs typeface="+mn-cs"/>
        </a:defRPr>
      </a:lvl6pPr>
      <a:lvl7pPr marL="2331720" algn="l" defTabSz="777240" rtl="0" eaLnBrk="1" latinLnBrk="0" hangingPunct="1">
        <a:defRPr sz="1530" kern="1200">
          <a:solidFill>
            <a:schemeClr val="tx1"/>
          </a:solidFill>
          <a:latin typeface="+mn-lt"/>
          <a:ea typeface="+mn-ea"/>
          <a:cs typeface="+mn-cs"/>
        </a:defRPr>
      </a:lvl7pPr>
      <a:lvl8pPr marL="2720340" algn="l" defTabSz="777240" rtl="0" eaLnBrk="1" latinLnBrk="0" hangingPunct="1">
        <a:defRPr sz="1530" kern="1200">
          <a:solidFill>
            <a:schemeClr val="tx1"/>
          </a:solidFill>
          <a:latin typeface="+mn-lt"/>
          <a:ea typeface="+mn-ea"/>
          <a:cs typeface="+mn-cs"/>
        </a:defRPr>
      </a:lvl8pPr>
      <a:lvl9pPr marL="3108960" algn="l" defTabSz="777240" rtl="0" eaLnBrk="1" latinLnBrk="0" hangingPunct="1">
        <a:defRPr sz="153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AE5742AF-AEFE-4520-A435-1E152C127279}"/>
              </a:ext>
            </a:extLst>
          </p:cNvPr>
          <p:cNvSpPr>
            <a:spLocks noGrp="1"/>
          </p:cNvSpPr>
          <p:nvPr>
            <p:ph type="ctrTitle"/>
          </p:nvPr>
        </p:nvSpPr>
        <p:spPr>
          <a:xfrm>
            <a:off x="582930" y="4933950"/>
            <a:ext cx="6606540" cy="1578061"/>
          </a:xfrm>
        </p:spPr>
        <p:txBody>
          <a:bodyPr>
            <a:normAutofit/>
          </a:bodyPr>
          <a:lstStyle/>
          <a:p>
            <a:r>
              <a:rPr lang="en-US" dirty="0"/>
              <a:t>Web Based User Interface</a:t>
            </a:r>
          </a:p>
        </p:txBody>
      </p:sp>
      <p:sp>
        <p:nvSpPr>
          <p:cNvPr id="6" name="Subtitle 5">
            <a:extLst>
              <a:ext uri="{FF2B5EF4-FFF2-40B4-BE49-F238E27FC236}">
                <a16:creationId xmlns:a16="http://schemas.microsoft.com/office/drawing/2014/main" id="{EF009A4A-C8F7-4937-8B28-D1EB3FADD000}"/>
              </a:ext>
            </a:extLst>
          </p:cNvPr>
          <p:cNvSpPr>
            <a:spLocks noGrp="1"/>
          </p:cNvSpPr>
          <p:nvPr>
            <p:ph type="subTitle" idx="1"/>
          </p:nvPr>
        </p:nvSpPr>
        <p:spPr>
          <a:xfrm>
            <a:off x="971550" y="6668543"/>
            <a:ext cx="5829300" cy="2428451"/>
          </a:xfrm>
        </p:spPr>
        <p:txBody>
          <a:bodyPr/>
          <a:lstStyle/>
          <a:p>
            <a:r>
              <a:rPr lang="en-US" dirty="0"/>
              <a:t>Menu Structure</a:t>
            </a:r>
          </a:p>
          <a:p>
            <a:endParaRPr lang="en-US" dirty="0"/>
          </a:p>
        </p:txBody>
      </p:sp>
    </p:spTree>
    <p:extLst>
      <p:ext uri="{BB962C8B-B14F-4D97-AF65-F5344CB8AC3E}">
        <p14:creationId xmlns:p14="http://schemas.microsoft.com/office/powerpoint/2010/main" val="162375991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C4E7F01-A4C3-E522-C20B-7BBB82BE0325}"/>
              </a:ext>
            </a:extLst>
          </p:cNvPr>
          <p:cNvSpPr>
            <a:spLocks noGrp="1"/>
          </p:cNvSpPr>
          <p:nvPr>
            <p:ph type="title"/>
          </p:nvPr>
        </p:nvSpPr>
        <p:spPr/>
        <p:txBody>
          <a:bodyPr/>
          <a:lstStyle/>
          <a:p>
            <a:r>
              <a:rPr lang="en-US" dirty="0"/>
              <a:t>GOAL</a:t>
            </a:r>
          </a:p>
        </p:txBody>
      </p:sp>
      <p:sp>
        <p:nvSpPr>
          <p:cNvPr id="3" name="Content Placeholder 2">
            <a:extLst>
              <a:ext uri="{FF2B5EF4-FFF2-40B4-BE49-F238E27FC236}">
                <a16:creationId xmlns:a16="http://schemas.microsoft.com/office/drawing/2014/main" id="{7B9BDCBD-25A9-D281-8F0F-C8D6499B73B7}"/>
              </a:ext>
            </a:extLst>
          </p:cNvPr>
          <p:cNvSpPr>
            <a:spLocks noGrp="1"/>
          </p:cNvSpPr>
          <p:nvPr>
            <p:ph idx="1"/>
          </p:nvPr>
        </p:nvSpPr>
        <p:spPr/>
        <p:txBody>
          <a:bodyPr>
            <a:normAutofit lnSpcReduction="10000"/>
          </a:bodyPr>
          <a:lstStyle/>
          <a:p>
            <a:r>
              <a:rPr lang="en-US" dirty="0"/>
              <a:t>Replace the current code based menu structure with a web page based menu that allows </a:t>
            </a:r>
          </a:p>
          <a:p>
            <a:pPr lvl="1"/>
            <a:r>
              <a:rPr lang="en-US" dirty="0"/>
              <a:t>cleaner operator interaction </a:t>
            </a:r>
          </a:p>
          <a:p>
            <a:pPr lvl="1"/>
            <a:r>
              <a:rPr lang="en-US" dirty="0"/>
              <a:t>more attractive, and current appearance</a:t>
            </a:r>
          </a:p>
          <a:p>
            <a:pPr lvl="1"/>
            <a:r>
              <a:rPr lang="en-US" dirty="0"/>
              <a:t>Full functionality with main supervisory application</a:t>
            </a:r>
          </a:p>
          <a:p>
            <a:pPr lvl="1"/>
            <a:r>
              <a:rPr lang="en-US" dirty="0"/>
              <a:t>Requires ZERO connectivity with outside world (local machine operation, no www access)</a:t>
            </a:r>
          </a:p>
          <a:p>
            <a:pPr lvl="1"/>
            <a:endParaRPr lang="en-US" dirty="0"/>
          </a:p>
          <a:p>
            <a:r>
              <a:rPr lang="en-US" dirty="0"/>
              <a:t>Menu structure is likely available from various code examples, don’t want to pay any ongoing </a:t>
            </a:r>
            <a:r>
              <a:rPr lang="en-US" dirty="0" err="1"/>
              <a:t>roalties</a:t>
            </a:r>
            <a:r>
              <a:rPr lang="en-US" dirty="0"/>
              <a:t>, but one time purchases are not out of the question for a code base that is useful</a:t>
            </a:r>
          </a:p>
          <a:p>
            <a:endParaRPr lang="en-US" dirty="0"/>
          </a:p>
          <a:p>
            <a:r>
              <a:rPr lang="en-US" dirty="0"/>
              <a:t>Web page must send and receive messages from supervisory application for data, and control response using java script. Examples provided </a:t>
            </a:r>
          </a:p>
          <a:p>
            <a:endParaRPr lang="en-US" dirty="0"/>
          </a:p>
          <a:p>
            <a:r>
              <a:rPr lang="en-US" dirty="0"/>
              <a:t>System will need to run OFFLINE on a windows based PC, </a:t>
            </a:r>
            <a:r>
              <a:rPr lang="en-US" dirty="0" err="1"/>
              <a:t>.Net</a:t>
            </a:r>
            <a:r>
              <a:rPr lang="en-US" dirty="0"/>
              <a:t> container is CHROME based</a:t>
            </a:r>
          </a:p>
        </p:txBody>
      </p:sp>
    </p:spTree>
    <p:extLst>
      <p:ext uri="{BB962C8B-B14F-4D97-AF65-F5344CB8AC3E}">
        <p14:creationId xmlns:p14="http://schemas.microsoft.com/office/powerpoint/2010/main" val="235251313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224071-6E47-5D09-9268-6A39FB483B24}"/>
              </a:ext>
            </a:extLst>
          </p:cNvPr>
          <p:cNvSpPr>
            <a:spLocks noGrp="1"/>
          </p:cNvSpPr>
          <p:nvPr>
            <p:ph type="title"/>
          </p:nvPr>
        </p:nvSpPr>
        <p:spPr/>
        <p:txBody>
          <a:bodyPr/>
          <a:lstStyle/>
          <a:p>
            <a:r>
              <a:rPr lang="en-US" dirty="0"/>
              <a:t>Current Functionality</a:t>
            </a:r>
          </a:p>
        </p:txBody>
      </p:sp>
      <p:sp>
        <p:nvSpPr>
          <p:cNvPr id="3" name="Content Placeholder 2">
            <a:extLst>
              <a:ext uri="{FF2B5EF4-FFF2-40B4-BE49-F238E27FC236}">
                <a16:creationId xmlns:a16="http://schemas.microsoft.com/office/drawing/2014/main" id="{10946DAC-9843-D75C-A7CF-ACB193A073B7}"/>
              </a:ext>
            </a:extLst>
          </p:cNvPr>
          <p:cNvSpPr>
            <a:spLocks noGrp="1"/>
          </p:cNvSpPr>
          <p:nvPr>
            <p:ph idx="1"/>
          </p:nvPr>
        </p:nvSpPr>
        <p:spPr/>
        <p:txBody>
          <a:bodyPr/>
          <a:lstStyle/>
          <a:p>
            <a:r>
              <a:rPr lang="en-US" dirty="0"/>
              <a:t>Left hand menu structure</a:t>
            </a:r>
          </a:p>
        </p:txBody>
      </p:sp>
      <p:pic>
        <p:nvPicPr>
          <p:cNvPr id="6" name="Picture 5" descr="A hand touching a computer screen&#10;&#10;AI-generated content may be incorrect.">
            <a:extLst>
              <a:ext uri="{FF2B5EF4-FFF2-40B4-BE49-F238E27FC236}">
                <a16:creationId xmlns:a16="http://schemas.microsoft.com/office/drawing/2014/main" id="{1CC63BB3-C567-ACEB-FB39-C0E796965187}"/>
              </a:ext>
            </a:extLst>
          </p:cNvPr>
          <p:cNvPicPr>
            <a:picLocks noChangeAspect="1"/>
          </p:cNvPicPr>
          <p:nvPr/>
        </p:nvPicPr>
        <p:blipFill>
          <a:blip r:embed="rId2"/>
          <a:stretch>
            <a:fillRect/>
          </a:stretch>
        </p:blipFill>
        <p:spPr>
          <a:xfrm>
            <a:off x="0" y="3629225"/>
            <a:ext cx="7772400" cy="4854217"/>
          </a:xfrm>
          <a:prstGeom prst="rect">
            <a:avLst/>
          </a:prstGeom>
        </p:spPr>
      </p:pic>
      <p:sp>
        <p:nvSpPr>
          <p:cNvPr id="7" name="Arrow: Down 6">
            <a:extLst>
              <a:ext uri="{FF2B5EF4-FFF2-40B4-BE49-F238E27FC236}">
                <a16:creationId xmlns:a16="http://schemas.microsoft.com/office/drawing/2014/main" id="{E22DB9AC-C2EB-BBAF-10CE-784F00D73074}"/>
              </a:ext>
            </a:extLst>
          </p:cNvPr>
          <p:cNvSpPr/>
          <p:nvPr/>
        </p:nvSpPr>
        <p:spPr>
          <a:xfrm>
            <a:off x="1870645" y="3118981"/>
            <a:ext cx="350728" cy="2029216"/>
          </a:xfrm>
          <a:prstGeom prst="down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76216219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AAF68D6-DBCE-5536-D3F7-2FFE3455157D}"/>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0B6E47FC-B8FC-B1E7-9EF9-AA1E7B9010EC}"/>
              </a:ext>
            </a:extLst>
          </p:cNvPr>
          <p:cNvSpPr>
            <a:spLocks noGrp="1"/>
          </p:cNvSpPr>
          <p:nvPr>
            <p:ph idx="1"/>
          </p:nvPr>
        </p:nvSpPr>
        <p:spPr/>
        <p:txBody>
          <a:bodyPr/>
          <a:lstStyle/>
          <a:p>
            <a:endParaRPr lang="en-US"/>
          </a:p>
        </p:txBody>
      </p:sp>
      <p:pic>
        <p:nvPicPr>
          <p:cNvPr id="5" name="Picture 4" descr="A screenshot of a computer&#10;&#10;AI-generated content may be incorrect.">
            <a:extLst>
              <a:ext uri="{FF2B5EF4-FFF2-40B4-BE49-F238E27FC236}">
                <a16:creationId xmlns:a16="http://schemas.microsoft.com/office/drawing/2014/main" id="{C906E91B-44F4-CD30-CF7C-192783273E0F}"/>
              </a:ext>
            </a:extLst>
          </p:cNvPr>
          <p:cNvPicPr>
            <a:picLocks noChangeAspect="1"/>
          </p:cNvPicPr>
          <p:nvPr/>
        </p:nvPicPr>
        <p:blipFill>
          <a:blip r:embed="rId2"/>
          <a:stretch>
            <a:fillRect/>
          </a:stretch>
        </p:blipFill>
        <p:spPr>
          <a:xfrm>
            <a:off x="0" y="0"/>
            <a:ext cx="7772400" cy="4371975"/>
          </a:xfrm>
          <a:prstGeom prst="rect">
            <a:avLst/>
          </a:prstGeom>
        </p:spPr>
      </p:pic>
      <p:pic>
        <p:nvPicPr>
          <p:cNvPr id="7" name="Picture 6" descr="A screenshot of a computer&#10;&#10;AI-generated content may be incorrect.">
            <a:extLst>
              <a:ext uri="{FF2B5EF4-FFF2-40B4-BE49-F238E27FC236}">
                <a16:creationId xmlns:a16="http://schemas.microsoft.com/office/drawing/2014/main" id="{B65D8984-1EBF-11CE-69C0-46BB8BA4E192}"/>
              </a:ext>
            </a:extLst>
          </p:cNvPr>
          <p:cNvPicPr>
            <a:picLocks noChangeAspect="1"/>
          </p:cNvPicPr>
          <p:nvPr/>
        </p:nvPicPr>
        <p:blipFill>
          <a:blip r:embed="rId3"/>
          <a:stretch>
            <a:fillRect/>
          </a:stretch>
        </p:blipFill>
        <p:spPr>
          <a:xfrm>
            <a:off x="0" y="4058237"/>
            <a:ext cx="7772400" cy="4371975"/>
          </a:xfrm>
          <a:prstGeom prst="rect">
            <a:avLst/>
          </a:prstGeom>
        </p:spPr>
      </p:pic>
      <p:pic>
        <p:nvPicPr>
          <p:cNvPr id="8" name="Picture 7" descr="A screenshot of a computer&#10;&#10;AI-generated content may be incorrect.">
            <a:extLst>
              <a:ext uri="{FF2B5EF4-FFF2-40B4-BE49-F238E27FC236}">
                <a16:creationId xmlns:a16="http://schemas.microsoft.com/office/drawing/2014/main" id="{9876AD06-9F81-8892-F755-E88B9ED1976C}"/>
              </a:ext>
            </a:extLst>
          </p:cNvPr>
          <p:cNvPicPr>
            <a:picLocks noChangeAspect="1"/>
          </p:cNvPicPr>
          <p:nvPr/>
        </p:nvPicPr>
        <p:blipFill>
          <a:blip r:embed="rId2"/>
          <a:srcRect r="70051"/>
          <a:stretch>
            <a:fillRect/>
          </a:stretch>
        </p:blipFill>
        <p:spPr>
          <a:xfrm>
            <a:off x="3789977" y="2479677"/>
            <a:ext cx="3982423" cy="7479769"/>
          </a:xfrm>
          <a:prstGeom prst="rect">
            <a:avLst/>
          </a:prstGeom>
        </p:spPr>
      </p:pic>
      <p:sp>
        <p:nvSpPr>
          <p:cNvPr id="9" name="Rectangle: Rounded Corners 8">
            <a:extLst>
              <a:ext uri="{FF2B5EF4-FFF2-40B4-BE49-F238E27FC236}">
                <a16:creationId xmlns:a16="http://schemas.microsoft.com/office/drawing/2014/main" id="{16929252-AFC2-D955-A1BA-E52AB7BB9BA7}"/>
              </a:ext>
            </a:extLst>
          </p:cNvPr>
          <p:cNvSpPr/>
          <p:nvPr/>
        </p:nvSpPr>
        <p:spPr>
          <a:xfrm>
            <a:off x="4359058" y="2793303"/>
            <a:ext cx="3413342" cy="6688899"/>
          </a:xfrm>
          <a:prstGeom prst="roundRect">
            <a:avLst/>
          </a:prstGeom>
          <a:noFill/>
          <a:ln w="76200">
            <a:solidFill>
              <a:srgbClr val="FFFF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Arrow: Right 9">
            <a:extLst>
              <a:ext uri="{FF2B5EF4-FFF2-40B4-BE49-F238E27FC236}">
                <a16:creationId xmlns:a16="http://schemas.microsoft.com/office/drawing/2014/main" id="{77667DFD-F937-C1E8-D3DA-0DB23CD3D0E9}"/>
              </a:ext>
            </a:extLst>
          </p:cNvPr>
          <p:cNvSpPr/>
          <p:nvPr/>
        </p:nvSpPr>
        <p:spPr>
          <a:xfrm>
            <a:off x="1064712" y="7665929"/>
            <a:ext cx="3356976" cy="1591523"/>
          </a:xfrm>
          <a:prstGeom prst="rightArrow">
            <a:avLst/>
          </a:prstGeom>
          <a:solidFill>
            <a:schemeClr val="tx1">
              <a:lumMod val="50000"/>
              <a:lumOff val="50000"/>
            </a:schemeClr>
          </a:solidFill>
          <a:ln w="76200">
            <a:solidFill>
              <a:srgbClr val="FFFF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Menu Structure</a:t>
            </a:r>
          </a:p>
        </p:txBody>
      </p:sp>
    </p:spTree>
    <p:extLst>
      <p:ext uri="{BB962C8B-B14F-4D97-AF65-F5344CB8AC3E}">
        <p14:creationId xmlns:p14="http://schemas.microsoft.com/office/powerpoint/2010/main" val="427134938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EC902815-A7A2-E6B2-ED95-1F48423C815F}"/>
              </a:ext>
            </a:extLst>
          </p:cNvPr>
          <p:cNvSpPr/>
          <p:nvPr/>
        </p:nvSpPr>
        <p:spPr>
          <a:xfrm>
            <a:off x="438410" y="4985359"/>
            <a:ext cx="6703695" cy="4171167"/>
          </a:xfrm>
          <a:prstGeom prst="rect">
            <a:avLst/>
          </a:prstGeom>
          <a:solidFill>
            <a:schemeClr val="tx1">
              <a:lumMod val="50000"/>
              <a:lumOff val="5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b"/>
          <a:lstStyle/>
          <a:p>
            <a:pPr algn="ctr"/>
            <a:r>
              <a:rPr lang="en-US" dirty="0"/>
              <a:t>Lab View (Supervisory) Application</a:t>
            </a:r>
          </a:p>
        </p:txBody>
      </p:sp>
      <p:sp>
        <p:nvSpPr>
          <p:cNvPr id="5" name="Rectangle 4">
            <a:extLst>
              <a:ext uri="{FF2B5EF4-FFF2-40B4-BE49-F238E27FC236}">
                <a16:creationId xmlns:a16="http://schemas.microsoft.com/office/drawing/2014/main" id="{62F3A8B1-50E5-AF7B-C0B2-B5A3B4C050A2}"/>
              </a:ext>
            </a:extLst>
          </p:cNvPr>
          <p:cNvSpPr/>
          <p:nvPr/>
        </p:nvSpPr>
        <p:spPr>
          <a:xfrm>
            <a:off x="613775" y="5098093"/>
            <a:ext cx="3670126" cy="3356975"/>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b"/>
          <a:lstStyle/>
          <a:p>
            <a:pPr algn="ctr"/>
            <a:r>
              <a:rPr lang="en-US" dirty="0" err="1"/>
              <a:t>.Net</a:t>
            </a:r>
            <a:r>
              <a:rPr lang="en-US" dirty="0"/>
              <a:t> container</a:t>
            </a:r>
          </a:p>
        </p:txBody>
      </p:sp>
      <p:sp>
        <p:nvSpPr>
          <p:cNvPr id="2" name="Title 1">
            <a:extLst>
              <a:ext uri="{FF2B5EF4-FFF2-40B4-BE49-F238E27FC236}">
                <a16:creationId xmlns:a16="http://schemas.microsoft.com/office/drawing/2014/main" id="{02EC2389-001E-6A86-19C6-AC3E067198B1}"/>
              </a:ext>
            </a:extLst>
          </p:cNvPr>
          <p:cNvSpPr>
            <a:spLocks noGrp="1"/>
          </p:cNvSpPr>
          <p:nvPr>
            <p:ph type="title"/>
          </p:nvPr>
        </p:nvSpPr>
        <p:spPr/>
        <p:txBody>
          <a:bodyPr/>
          <a:lstStyle/>
          <a:p>
            <a:r>
              <a:rPr lang="en-US" dirty="0"/>
              <a:t>Technical Structure</a:t>
            </a:r>
          </a:p>
        </p:txBody>
      </p:sp>
      <p:sp>
        <p:nvSpPr>
          <p:cNvPr id="3" name="Content Placeholder 2">
            <a:extLst>
              <a:ext uri="{FF2B5EF4-FFF2-40B4-BE49-F238E27FC236}">
                <a16:creationId xmlns:a16="http://schemas.microsoft.com/office/drawing/2014/main" id="{EE57F7A9-C55D-D633-83C6-8CB026B1AD71}"/>
              </a:ext>
            </a:extLst>
          </p:cNvPr>
          <p:cNvSpPr>
            <a:spLocks noGrp="1"/>
          </p:cNvSpPr>
          <p:nvPr>
            <p:ph idx="1"/>
          </p:nvPr>
        </p:nvSpPr>
        <p:spPr>
          <a:xfrm>
            <a:off x="534353" y="2141952"/>
            <a:ext cx="6703695" cy="2780778"/>
          </a:xfrm>
        </p:spPr>
        <p:txBody>
          <a:bodyPr>
            <a:normAutofit fontScale="70000" lnSpcReduction="20000"/>
          </a:bodyPr>
          <a:lstStyle/>
          <a:p>
            <a:r>
              <a:rPr lang="en-US" dirty="0"/>
              <a:t>The web page will reside inside of a </a:t>
            </a:r>
            <a:r>
              <a:rPr lang="en-US" dirty="0" err="1"/>
              <a:t>.Net</a:t>
            </a:r>
            <a:r>
              <a:rPr lang="en-US" dirty="0"/>
              <a:t> container in a LabView (windows based) application.</a:t>
            </a:r>
          </a:p>
          <a:p>
            <a:r>
              <a:rPr lang="en-US" dirty="0"/>
              <a:t>The web page will reference a WebView2 code base, running a visual studio developed </a:t>
            </a:r>
            <a:r>
              <a:rPr lang="en-US" dirty="0" err="1"/>
              <a:t>.Net</a:t>
            </a:r>
            <a:r>
              <a:rPr lang="en-US" dirty="0"/>
              <a:t> application to house the interaction handling between the webpage and the LabView application.</a:t>
            </a:r>
          </a:p>
          <a:p>
            <a:r>
              <a:rPr lang="en-US" dirty="0"/>
              <a:t>The </a:t>
            </a:r>
            <a:r>
              <a:rPr lang="en-US" dirty="0" err="1"/>
              <a:t>.Net</a:t>
            </a:r>
            <a:r>
              <a:rPr lang="en-US" dirty="0"/>
              <a:t> interactions are tested</a:t>
            </a:r>
          </a:p>
          <a:p>
            <a:r>
              <a:rPr lang="en-US" dirty="0"/>
              <a:t>Required focus in on the web page, and establishing the rules for the interaction subroutines</a:t>
            </a:r>
          </a:p>
          <a:p>
            <a:r>
              <a:rPr lang="en-US" dirty="0"/>
              <a:t>*NO CODE* is needed to be developed for the </a:t>
            </a:r>
            <a:r>
              <a:rPr lang="en-US" dirty="0" err="1"/>
              <a:t>.Net</a:t>
            </a:r>
            <a:r>
              <a:rPr lang="en-US" dirty="0"/>
              <a:t>, or LabView portion.  We will handle anything needed for that.</a:t>
            </a:r>
          </a:p>
          <a:p>
            <a:r>
              <a:rPr lang="en-US" dirty="0"/>
              <a:t>Sample web page provided</a:t>
            </a:r>
          </a:p>
        </p:txBody>
      </p:sp>
      <p:sp>
        <p:nvSpPr>
          <p:cNvPr id="4" name="Rectangle 3">
            <a:extLst>
              <a:ext uri="{FF2B5EF4-FFF2-40B4-BE49-F238E27FC236}">
                <a16:creationId xmlns:a16="http://schemas.microsoft.com/office/drawing/2014/main" id="{EB1648A4-0D79-C136-B0A5-1C1DFC3C4928}"/>
              </a:ext>
            </a:extLst>
          </p:cNvPr>
          <p:cNvSpPr/>
          <p:nvPr/>
        </p:nvSpPr>
        <p:spPr>
          <a:xfrm>
            <a:off x="1139868" y="5336086"/>
            <a:ext cx="1478071" cy="2580361"/>
          </a:xfrm>
          <a:prstGeom prst="rect">
            <a:avLst/>
          </a:prstGeom>
          <a:solidFill>
            <a:schemeClr val="accent2">
              <a:lumMod val="60000"/>
              <a:lumOff val="4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b"/>
          <a:lstStyle/>
          <a:p>
            <a:pPr algn="ctr"/>
            <a:r>
              <a:rPr lang="en-US" dirty="0"/>
              <a:t>Web Page Menu</a:t>
            </a:r>
          </a:p>
        </p:txBody>
      </p:sp>
      <p:sp>
        <p:nvSpPr>
          <p:cNvPr id="10" name="Rectangle 9">
            <a:extLst>
              <a:ext uri="{FF2B5EF4-FFF2-40B4-BE49-F238E27FC236}">
                <a16:creationId xmlns:a16="http://schemas.microsoft.com/office/drawing/2014/main" id="{CF48D3DF-35D8-5861-38CB-1ACD6850CEE9}"/>
              </a:ext>
            </a:extLst>
          </p:cNvPr>
          <p:cNvSpPr/>
          <p:nvPr/>
        </p:nvSpPr>
        <p:spPr>
          <a:xfrm>
            <a:off x="4165471" y="5649238"/>
            <a:ext cx="293795" cy="751560"/>
          </a:xfrm>
          <a:prstGeom prst="rect">
            <a:avLst/>
          </a:prstGeom>
          <a:solidFill>
            <a:schemeClr val="accent2">
              <a:lumMod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77B4DB1A-D9C8-66BC-FB72-5E82D2FBF08A}"/>
              </a:ext>
            </a:extLst>
          </p:cNvPr>
          <p:cNvSpPr/>
          <p:nvPr/>
        </p:nvSpPr>
        <p:spPr>
          <a:xfrm>
            <a:off x="4165471" y="6726476"/>
            <a:ext cx="293795" cy="751560"/>
          </a:xfrm>
          <a:prstGeom prst="rect">
            <a:avLst/>
          </a:prstGeom>
          <a:solidFill>
            <a:schemeClr val="accent2">
              <a:lumMod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Arrow: Right 7">
            <a:extLst>
              <a:ext uri="{FF2B5EF4-FFF2-40B4-BE49-F238E27FC236}">
                <a16:creationId xmlns:a16="http://schemas.microsoft.com/office/drawing/2014/main" id="{EF3EA837-C81A-2EB6-66C9-3DA08E3B547B}"/>
              </a:ext>
            </a:extLst>
          </p:cNvPr>
          <p:cNvSpPr/>
          <p:nvPr/>
        </p:nvSpPr>
        <p:spPr>
          <a:xfrm flipH="1">
            <a:off x="2617939" y="5549029"/>
            <a:ext cx="3095064" cy="989557"/>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Initialize</a:t>
            </a:r>
          </a:p>
        </p:txBody>
      </p:sp>
      <p:sp>
        <p:nvSpPr>
          <p:cNvPr id="9" name="Arrow: Right 8">
            <a:extLst>
              <a:ext uri="{FF2B5EF4-FFF2-40B4-BE49-F238E27FC236}">
                <a16:creationId xmlns:a16="http://schemas.microsoft.com/office/drawing/2014/main" id="{4D52AC37-8745-77BB-C313-8AA2F6ED084C}"/>
              </a:ext>
            </a:extLst>
          </p:cNvPr>
          <p:cNvSpPr/>
          <p:nvPr/>
        </p:nvSpPr>
        <p:spPr>
          <a:xfrm>
            <a:off x="2617939" y="6576163"/>
            <a:ext cx="3095064" cy="989557"/>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Action Request</a:t>
            </a:r>
          </a:p>
        </p:txBody>
      </p:sp>
      <p:pic>
        <p:nvPicPr>
          <p:cNvPr id="12" name="Picture 11" descr="A screenshot of a computer&#10;&#10;AI-generated content may be incorrect.">
            <a:extLst>
              <a:ext uri="{FF2B5EF4-FFF2-40B4-BE49-F238E27FC236}">
                <a16:creationId xmlns:a16="http://schemas.microsoft.com/office/drawing/2014/main" id="{FB0D2C57-F182-C08D-27E3-B4899E4E4616}"/>
              </a:ext>
            </a:extLst>
          </p:cNvPr>
          <p:cNvPicPr>
            <a:picLocks noChangeAspect="1"/>
          </p:cNvPicPr>
          <p:nvPr/>
        </p:nvPicPr>
        <p:blipFill>
          <a:blip r:embed="rId2"/>
          <a:srcRect l="5034" t="4864" r="70112" b="11906"/>
          <a:stretch>
            <a:fillRect/>
          </a:stretch>
        </p:blipFill>
        <p:spPr>
          <a:xfrm>
            <a:off x="1471726" y="5486399"/>
            <a:ext cx="970848" cy="1828798"/>
          </a:xfrm>
          <a:prstGeom prst="rect">
            <a:avLst/>
          </a:prstGeom>
        </p:spPr>
      </p:pic>
    </p:spTree>
    <p:extLst>
      <p:ext uri="{BB962C8B-B14F-4D97-AF65-F5344CB8AC3E}">
        <p14:creationId xmlns:p14="http://schemas.microsoft.com/office/powerpoint/2010/main" val="77404615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36B3210-4CEF-3998-9336-207CE6A00715}"/>
              </a:ext>
            </a:extLst>
          </p:cNvPr>
          <p:cNvSpPr>
            <a:spLocks noGrp="1"/>
          </p:cNvSpPr>
          <p:nvPr>
            <p:ph type="title"/>
          </p:nvPr>
        </p:nvSpPr>
        <p:spPr/>
        <p:txBody>
          <a:bodyPr/>
          <a:lstStyle/>
          <a:p>
            <a:r>
              <a:rPr lang="en-US" dirty="0"/>
              <a:t>Vertical Menu</a:t>
            </a:r>
          </a:p>
        </p:txBody>
      </p:sp>
      <p:sp>
        <p:nvSpPr>
          <p:cNvPr id="3" name="Content Placeholder 2">
            <a:extLst>
              <a:ext uri="{FF2B5EF4-FFF2-40B4-BE49-F238E27FC236}">
                <a16:creationId xmlns:a16="http://schemas.microsoft.com/office/drawing/2014/main" id="{D0F8B5CA-0D30-A7F0-0D51-3460C6A34DD2}"/>
              </a:ext>
            </a:extLst>
          </p:cNvPr>
          <p:cNvSpPr>
            <a:spLocks noGrp="1"/>
          </p:cNvSpPr>
          <p:nvPr>
            <p:ph idx="1"/>
          </p:nvPr>
        </p:nvSpPr>
        <p:spPr/>
        <p:txBody>
          <a:bodyPr/>
          <a:lstStyle/>
          <a:p>
            <a:pPr marL="0" indent="0">
              <a:buNone/>
            </a:pPr>
            <a:r>
              <a:rPr lang="en-US" dirty="0"/>
              <a:t>Elements for an item Appearance</a:t>
            </a:r>
          </a:p>
          <a:p>
            <a:r>
              <a:rPr lang="en-US" dirty="0"/>
              <a:t>Heading</a:t>
            </a:r>
          </a:p>
          <a:p>
            <a:r>
              <a:rPr lang="en-US" dirty="0"/>
              <a:t>Sub Text</a:t>
            </a:r>
          </a:p>
          <a:p>
            <a:r>
              <a:rPr lang="en-US" dirty="0"/>
              <a:t>Button</a:t>
            </a:r>
          </a:p>
          <a:p>
            <a:pPr lvl="1"/>
            <a:r>
              <a:rPr lang="en-US" dirty="0"/>
              <a:t>Action Type (designates coloring/appearance)</a:t>
            </a:r>
          </a:p>
          <a:p>
            <a:pPr lvl="2"/>
            <a:r>
              <a:rPr lang="en-US" dirty="0"/>
              <a:t>Menu Expansion, Detail view of Item, Device control, Robotic movement </a:t>
            </a:r>
          </a:p>
          <a:p>
            <a:pPr lvl="1"/>
            <a:r>
              <a:rPr lang="en-US" dirty="0"/>
              <a:t>Button text</a:t>
            </a:r>
          </a:p>
          <a:p>
            <a:pPr lvl="1"/>
            <a:r>
              <a:rPr lang="en-US" dirty="0"/>
              <a:t>Enabled</a:t>
            </a:r>
          </a:p>
          <a:p>
            <a:r>
              <a:rPr lang="en-US" dirty="0"/>
              <a:t>Image</a:t>
            </a:r>
          </a:p>
          <a:p>
            <a:endParaRPr lang="en-US" dirty="0"/>
          </a:p>
          <a:p>
            <a:endParaRPr lang="en-US" dirty="0"/>
          </a:p>
        </p:txBody>
      </p:sp>
      <p:pic>
        <p:nvPicPr>
          <p:cNvPr id="5" name="Picture 4" descr="A screenshot of a computer&#10;&#10;AI-generated content may be incorrect.">
            <a:extLst>
              <a:ext uri="{FF2B5EF4-FFF2-40B4-BE49-F238E27FC236}">
                <a16:creationId xmlns:a16="http://schemas.microsoft.com/office/drawing/2014/main" id="{D8E8EACE-D463-7580-A1FE-AE5D4DBDC71E}"/>
              </a:ext>
            </a:extLst>
          </p:cNvPr>
          <p:cNvPicPr>
            <a:picLocks noChangeAspect="1"/>
          </p:cNvPicPr>
          <p:nvPr/>
        </p:nvPicPr>
        <p:blipFill>
          <a:blip r:embed="rId2"/>
          <a:stretch>
            <a:fillRect/>
          </a:stretch>
        </p:blipFill>
        <p:spPr>
          <a:xfrm>
            <a:off x="6312050" y="1479413"/>
            <a:ext cx="1286054" cy="2000529"/>
          </a:xfrm>
          <a:prstGeom prst="rect">
            <a:avLst/>
          </a:prstGeom>
        </p:spPr>
      </p:pic>
    </p:spTree>
    <p:extLst>
      <p:ext uri="{BB962C8B-B14F-4D97-AF65-F5344CB8AC3E}">
        <p14:creationId xmlns:p14="http://schemas.microsoft.com/office/powerpoint/2010/main" val="325420487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2187F40-98E4-F683-47A4-07295F2BC9FC}"/>
              </a:ext>
            </a:extLst>
          </p:cNvPr>
          <p:cNvSpPr>
            <a:spLocks noGrp="1"/>
          </p:cNvSpPr>
          <p:nvPr>
            <p:ph type="title"/>
          </p:nvPr>
        </p:nvSpPr>
        <p:spPr/>
        <p:txBody>
          <a:bodyPr/>
          <a:lstStyle/>
          <a:p>
            <a:r>
              <a:rPr lang="en-US" dirty="0"/>
              <a:t>Page Size</a:t>
            </a:r>
          </a:p>
        </p:txBody>
      </p:sp>
      <p:sp>
        <p:nvSpPr>
          <p:cNvPr id="3" name="Content Placeholder 2">
            <a:extLst>
              <a:ext uri="{FF2B5EF4-FFF2-40B4-BE49-F238E27FC236}">
                <a16:creationId xmlns:a16="http://schemas.microsoft.com/office/drawing/2014/main" id="{7160B444-7743-F0E2-F0EE-DD855BD729D4}"/>
              </a:ext>
            </a:extLst>
          </p:cNvPr>
          <p:cNvSpPr>
            <a:spLocks noGrp="1"/>
          </p:cNvSpPr>
          <p:nvPr>
            <p:ph idx="1"/>
          </p:nvPr>
        </p:nvSpPr>
        <p:spPr/>
        <p:txBody>
          <a:bodyPr/>
          <a:lstStyle/>
          <a:p>
            <a:r>
              <a:rPr lang="en-US" dirty="0"/>
              <a:t>460 pixels wide (approx.)</a:t>
            </a:r>
          </a:p>
          <a:p>
            <a:r>
              <a:rPr lang="en-US" dirty="0"/>
              <a:t>Should have room for at least 10 rows in vertical of 874 pixels or so</a:t>
            </a:r>
          </a:p>
          <a:p>
            <a:r>
              <a:rPr lang="en-US" dirty="0"/>
              <a:t>Vertical scrolling ok, NO horizontal scrolling</a:t>
            </a:r>
          </a:p>
          <a:p>
            <a:endParaRPr lang="en-US" dirty="0"/>
          </a:p>
          <a:p>
            <a:r>
              <a:rPr lang="en-US" dirty="0"/>
              <a:t>Menu should show ONLY active items in category, not a full expanding list (like a phone menu where only the active group is shown, and a back or up button to return to the previous category</a:t>
            </a:r>
          </a:p>
          <a:p>
            <a:endParaRPr lang="en-US" dirty="0"/>
          </a:p>
          <a:p>
            <a:endParaRPr lang="en-US" dirty="0"/>
          </a:p>
        </p:txBody>
      </p:sp>
    </p:spTree>
    <p:extLst>
      <p:ext uri="{BB962C8B-B14F-4D97-AF65-F5344CB8AC3E}">
        <p14:creationId xmlns:p14="http://schemas.microsoft.com/office/powerpoint/2010/main" val="245245885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420B7BF-0C93-5B72-6463-A116085DF531}"/>
              </a:ext>
            </a:extLst>
          </p:cNvPr>
          <p:cNvSpPr>
            <a:spLocks noGrp="1"/>
          </p:cNvSpPr>
          <p:nvPr>
            <p:ph type="title"/>
          </p:nvPr>
        </p:nvSpPr>
        <p:spPr/>
        <p:txBody>
          <a:bodyPr/>
          <a:lstStyle/>
          <a:p>
            <a:r>
              <a:rPr lang="en-US" dirty="0"/>
              <a:t>Appearance</a:t>
            </a:r>
          </a:p>
        </p:txBody>
      </p:sp>
      <p:sp>
        <p:nvSpPr>
          <p:cNvPr id="3" name="Content Placeholder 2">
            <a:extLst>
              <a:ext uri="{FF2B5EF4-FFF2-40B4-BE49-F238E27FC236}">
                <a16:creationId xmlns:a16="http://schemas.microsoft.com/office/drawing/2014/main" id="{E17F0946-00A6-D45E-E6A0-A8E3D394D2B4}"/>
              </a:ext>
            </a:extLst>
          </p:cNvPr>
          <p:cNvSpPr>
            <a:spLocks noGrp="1"/>
          </p:cNvSpPr>
          <p:nvPr>
            <p:ph idx="1"/>
          </p:nvPr>
        </p:nvSpPr>
        <p:spPr/>
        <p:txBody>
          <a:bodyPr/>
          <a:lstStyle/>
          <a:p>
            <a:r>
              <a:rPr lang="en-US" dirty="0"/>
              <a:t>Rounded buttons as upper left is consistent with theme of application</a:t>
            </a:r>
          </a:p>
        </p:txBody>
      </p:sp>
      <p:pic>
        <p:nvPicPr>
          <p:cNvPr id="5" name="Picture 4" descr="A screenshot of a login form&#10;&#10;AI-generated content may be incorrect.">
            <a:extLst>
              <a:ext uri="{FF2B5EF4-FFF2-40B4-BE49-F238E27FC236}">
                <a16:creationId xmlns:a16="http://schemas.microsoft.com/office/drawing/2014/main" id="{D3644BB7-E149-4320-2CCD-5F794B766E66}"/>
              </a:ext>
            </a:extLst>
          </p:cNvPr>
          <p:cNvPicPr>
            <a:picLocks noChangeAspect="1"/>
          </p:cNvPicPr>
          <p:nvPr/>
        </p:nvPicPr>
        <p:blipFill>
          <a:blip r:embed="rId2"/>
          <a:stretch>
            <a:fillRect/>
          </a:stretch>
        </p:blipFill>
        <p:spPr>
          <a:xfrm>
            <a:off x="1109638" y="4101692"/>
            <a:ext cx="5953956" cy="4610743"/>
          </a:xfrm>
          <a:prstGeom prst="rect">
            <a:avLst/>
          </a:prstGeom>
        </p:spPr>
      </p:pic>
      <p:sp>
        <p:nvSpPr>
          <p:cNvPr id="6" name="Arrow: Right 5">
            <a:extLst>
              <a:ext uri="{FF2B5EF4-FFF2-40B4-BE49-F238E27FC236}">
                <a16:creationId xmlns:a16="http://schemas.microsoft.com/office/drawing/2014/main" id="{8AC65AD3-0AEF-19EB-BFCD-EF89A049E505}"/>
              </a:ext>
            </a:extLst>
          </p:cNvPr>
          <p:cNvSpPr/>
          <p:nvPr/>
        </p:nvSpPr>
        <p:spPr>
          <a:xfrm>
            <a:off x="534353" y="5029200"/>
            <a:ext cx="881088" cy="820455"/>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64307547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17F7E66-270E-7AE5-374E-6A8BD708DEA8}"/>
              </a:ext>
            </a:extLst>
          </p:cNvPr>
          <p:cNvSpPr>
            <a:spLocks noGrp="1"/>
          </p:cNvSpPr>
          <p:nvPr>
            <p:ph type="title"/>
          </p:nvPr>
        </p:nvSpPr>
        <p:spPr/>
        <p:txBody>
          <a:bodyPr/>
          <a:lstStyle/>
          <a:p>
            <a:r>
              <a:rPr lang="en-US" dirty="0"/>
              <a:t>Sample web code</a:t>
            </a:r>
          </a:p>
        </p:txBody>
      </p:sp>
      <p:sp>
        <p:nvSpPr>
          <p:cNvPr id="3" name="Content Placeholder 2">
            <a:extLst>
              <a:ext uri="{FF2B5EF4-FFF2-40B4-BE49-F238E27FC236}">
                <a16:creationId xmlns:a16="http://schemas.microsoft.com/office/drawing/2014/main" id="{3B3F6356-B1F0-F902-B6FA-92BAD9606642}"/>
              </a:ext>
            </a:extLst>
          </p:cNvPr>
          <p:cNvSpPr>
            <a:spLocks noGrp="1"/>
          </p:cNvSpPr>
          <p:nvPr>
            <p:ph idx="1"/>
          </p:nvPr>
        </p:nvSpPr>
        <p:spPr>
          <a:xfrm>
            <a:off x="534353" y="2154477"/>
            <a:ext cx="6703695" cy="6905069"/>
          </a:xfrm>
        </p:spPr>
        <p:txBody>
          <a:bodyPr numCol="2">
            <a:noAutofit/>
          </a:bodyPr>
          <a:lstStyle/>
          <a:p>
            <a:pPr marL="0" indent="0">
              <a:lnSpc>
                <a:spcPct val="120000"/>
              </a:lnSpc>
              <a:spcBef>
                <a:spcPts val="0"/>
              </a:spcBef>
              <a:buNone/>
            </a:pPr>
            <a:r>
              <a:rPr lang="en-US" sz="400" dirty="0"/>
              <a:t>&lt;!DOCTYPE html&gt;</a:t>
            </a:r>
          </a:p>
          <a:p>
            <a:pPr marL="0" indent="0">
              <a:lnSpc>
                <a:spcPct val="120000"/>
              </a:lnSpc>
              <a:spcBef>
                <a:spcPts val="0"/>
              </a:spcBef>
              <a:buNone/>
            </a:pPr>
            <a:endParaRPr lang="en-US" sz="400" dirty="0"/>
          </a:p>
          <a:p>
            <a:pPr marL="0" indent="0">
              <a:lnSpc>
                <a:spcPct val="120000"/>
              </a:lnSpc>
              <a:spcBef>
                <a:spcPts val="0"/>
              </a:spcBef>
              <a:buNone/>
            </a:pPr>
            <a:r>
              <a:rPr lang="en-US" sz="400" dirty="0"/>
              <a:t>&lt;html&gt;</a:t>
            </a:r>
          </a:p>
          <a:p>
            <a:pPr marL="0" indent="0">
              <a:lnSpc>
                <a:spcPct val="120000"/>
              </a:lnSpc>
              <a:spcBef>
                <a:spcPts val="0"/>
              </a:spcBef>
              <a:buNone/>
            </a:pPr>
            <a:r>
              <a:rPr lang="en-US" sz="400" dirty="0"/>
              <a:t>&lt;head&gt;</a:t>
            </a:r>
          </a:p>
          <a:p>
            <a:pPr marL="0" indent="0">
              <a:lnSpc>
                <a:spcPct val="120000"/>
              </a:lnSpc>
              <a:spcBef>
                <a:spcPts val="0"/>
              </a:spcBef>
              <a:buNone/>
            </a:pPr>
            <a:r>
              <a:rPr lang="en-US" sz="400" dirty="0"/>
              <a:t>  &lt;title&gt;Interactive Tree&lt;/title&gt;</a:t>
            </a:r>
          </a:p>
          <a:p>
            <a:pPr marL="0" indent="0">
              <a:lnSpc>
                <a:spcPct val="120000"/>
              </a:lnSpc>
              <a:spcBef>
                <a:spcPts val="0"/>
              </a:spcBef>
              <a:buNone/>
            </a:pPr>
            <a:r>
              <a:rPr lang="en-US" sz="400" dirty="0"/>
              <a:t>  &lt;style&gt;</a:t>
            </a:r>
          </a:p>
          <a:p>
            <a:pPr marL="0" indent="0">
              <a:lnSpc>
                <a:spcPct val="120000"/>
              </a:lnSpc>
              <a:spcBef>
                <a:spcPts val="0"/>
              </a:spcBef>
              <a:buNone/>
            </a:pPr>
            <a:r>
              <a:rPr lang="en-US" sz="400" dirty="0"/>
              <a:t>    </a:t>
            </a:r>
            <a:r>
              <a:rPr lang="en-US" sz="400" dirty="0" err="1"/>
              <a:t>svg</a:t>
            </a:r>
            <a:r>
              <a:rPr lang="en-US" sz="400" dirty="0"/>
              <a:t> {</a:t>
            </a:r>
          </a:p>
          <a:p>
            <a:pPr marL="0" indent="0">
              <a:lnSpc>
                <a:spcPct val="120000"/>
              </a:lnSpc>
              <a:spcBef>
                <a:spcPts val="0"/>
              </a:spcBef>
              <a:buNone/>
            </a:pPr>
            <a:r>
              <a:rPr lang="en-US" sz="400" dirty="0"/>
              <a:t>      border: 1px solid #ccc;</a:t>
            </a:r>
          </a:p>
          <a:p>
            <a:pPr marL="0" indent="0">
              <a:lnSpc>
                <a:spcPct val="120000"/>
              </a:lnSpc>
              <a:spcBef>
                <a:spcPts val="0"/>
              </a:spcBef>
              <a:buNone/>
            </a:pPr>
            <a:r>
              <a:rPr lang="en-US" sz="400" dirty="0"/>
              <a:t>      background-color: #f9f9f9;</a:t>
            </a:r>
          </a:p>
          <a:p>
            <a:pPr marL="0" indent="0">
              <a:lnSpc>
                <a:spcPct val="120000"/>
              </a:lnSpc>
              <a:spcBef>
                <a:spcPts val="0"/>
              </a:spcBef>
              <a:buNone/>
            </a:pPr>
            <a:r>
              <a:rPr lang="en-US" sz="400" dirty="0"/>
              <a:t>    }</a:t>
            </a:r>
          </a:p>
          <a:p>
            <a:pPr marL="0" indent="0">
              <a:lnSpc>
                <a:spcPct val="120000"/>
              </a:lnSpc>
              <a:spcBef>
                <a:spcPts val="0"/>
              </a:spcBef>
              <a:buNone/>
            </a:pPr>
            <a:r>
              <a:rPr lang="en-US" sz="400" dirty="0"/>
              <a:t>    text {</a:t>
            </a:r>
          </a:p>
          <a:p>
            <a:pPr marL="0" indent="0">
              <a:lnSpc>
                <a:spcPct val="120000"/>
              </a:lnSpc>
              <a:spcBef>
                <a:spcPts val="0"/>
              </a:spcBef>
              <a:buNone/>
            </a:pPr>
            <a:r>
              <a:rPr lang="en-US" sz="400" dirty="0"/>
              <a:t>      font-family: sans-serif;</a:t>
            </a:r>
          </a:p>
          <a:p>
            <a:pPr marL="0" indent="0">
              <a:lnSpc>
                <a:spcPct val="120000"/>
              </a:lnSpc>
              <a:spcBef>
                <a:spcPts val="0"/>
              </a:spcBef>
              <a:buNone/>
            </a:pPr>
            <a:r>
              <a:rPr lang="en-US" sz="400" dirty="0"/>
              <a:t>      font-size: 12px;</a:t>
            </a:r>
          </a:p>
          <a:p>
            <a:pPr marL="0" indent="0">
              <a:lnSpc>
                <a:spcPct val="120000"/>
              </a:lnSpc>
              <a:spcBef>
                <a:spcPts val="0"/>
              </a:spcBef>
              <a:buNone/>
            </a:pPr>
            <a:r>
              <a:rPr lang="en-US" sz="400" dirty="0"/>
              <a:t>      pointer-events: none; /* So clicks go to the circle */</a:t>
            </a:r>
          </a:p>
          <a:p>
            <a:pPr marL="0" indent="0">
              <a:lnSpc>
                <a:spcPct val="120000"/>
              </a:lnSpc>
              <a:spcBef>
                <a:spcPts val="0"/>
              </a:spcBef>
              <a:buNone/>
            </a:pPr>
            <a:r>
              <a:rPr lang="en-US" sz="400" dirty="0"/>
              <a:t>    }</a:t>
            </a:r>
          </a:p>
          <a:p>
            <a:pPr marL="0" indent="0">
              <a:lnSpc>
                <a:spcPct val="120000"/>
              </a:lnSpc>
              <a:spcBef>
                <a:spcPts val="0"/>
              </a:spcBef>
              <a:buNone/>
            </a:pPr>
            <a:r>
              <a:rPr lang="en-US" sz="400" dirty="0"/>
              <a:t>  &lt;/style&gt;</a:t>
            </a:r>
          </a:p>
          <a:p>
            <a:pPr marL="0" indent="0">
              <a:lnSpc>
                <a:spcPct val="120000"/>
              </a:lnSpc>
              <a:spcBef>
                <a:spcPts val="0"/>
              </a:spcBef>
              <a:buNone/>
            </a:pPr>
            <a:r>
              <a:rPr lang="en-US" sz="400" dirty="0"/>
              <a:t>&lt;/head&gt;</a:t>
            </a:r>
          </a:p>
          <a:p>
            <a:pPr marL="0" indent="0">
              <a:lnSpc>
                <a:spcPct val="120000"/>
              </a:lnSpc>
              <a:spcBef>
                <a:spcPts val="0"/>
              </a:spcBef>
              <a:buNone/>
            </a:pPr>
            <a:r>
              <a:rPr lang="en-US" sz="400" dirty="0"/>
              <a:t>&lt;body&gt;</a:t>
            </a:r>
          </a:p>
          <a:p>
            <a:pPr marL="0" indent="0">
              <a:lnSpc>
                <a:spcPct val="120000"/>
              </a:lnSpc>
              <a:spcBef>
                <a:spcPts val="0"/>
              </a:spcBef>
              <a:buNone/>
            </a:pPr>
            <a:r>
              <a:rPr lang="en-US" sz="400" dirty="0"/>
              <a:t>  &lt;h2&gt;Interactive Tree Structure&lt;/h2&gt;</a:t>
            </a:r>
          </a:p>
          <a:p>
            <a:pPr marL="0" indent="0">
              <a:lnSpc>
                <a:spcPct val="120000"/>
              </a:lnSpc>
              <a:spcBef>
                <a:spcPts val="0"/>
              </a:spcBef>
              <a:buNone/>
            </a:pPr>
            <a:r>
              <a:rPr lang="en-US" sz="400" dirty="0"/>
              <a:t>  &lt;</a:t>
            </a:r>
            <a:r>
              <a:rPr lang="en-US" sz="400" dirty="0" err="1"/>
              <a:t>svg</a:t>
            </a:r>
            <a:r>
              <a:rPr lang="en-US" sz="400" dirty="0"/>
              <a:t> id="tree" width="800" height="400"&gt;&lt;/</a:t>
            </a:r>
            <a:r>
              <a:rPr lang="en-US" sz="400" dirty="0" err="1"/>
              <a:t>svg</a:t>
            </a:r>
            <a:r>
              <a:rPr lang="en-US" sz="400" dirty="0"/>
              <a:t>&gt;</a:t>
            </a:r>
          </a:p>
          <a:p>
            <a:pPr marL="0" indent="0">
              <a:lnSpc>
                <a:spcPct val="120000"/>
              </a:lnSpc>
              <a:spcBef>
                <a:spcPts val="0"/>
              </a:spcBef>
              <a:buNone/>
            </a:pPr>
            <a:endParaRPr lang="en-US" sz="400" dirty="0"/>
          </a:p>
          <a:p>
            <a:pPr marL="0" indent="0">
              <a:lnSpc>
                <a:spcPct val="120000"/>
              </a:lnSpc>
              <a:spcBef>
                <a:spcPts val="0"/>
              </a:spcBef>
              <a:buNone/>
            </a:pPr>
            <a:r>
              <a:rPr lang="en-US" sz="400" dirty="0"/>
              <a:t>  &lt;script&gt;</a:t>
            </a:r>
          </a:p>
          <a:p>
            <a:pPr marL="0" indent="0">
              <a:lnSpc>
                <a:spcPct val="120000"/>
              </a:lnSpc>
              <a:spcBef>
                <a:spcPts val="0"/>
              </a:spcBef>
              <a:buNone/>
            </a:pPr>
            <a:endParaRPr lang="en-US" sz="400" dirty="0"/>
          </a:p>
          <a:p>
            <a:pPr marL="0" indent="0">
              <a:lnSpc>
                <a:spcPct val="120000"/>
              </a:lnSpc>
              <a:spcBef>
                <a:spcPts val="0"/>
              </a:spcBef>
              <a:buNone/>
            </a:pPr>
            <a:r>
              <a:rPr lang="en-US" sz="400" dirty="0"/>
              <a:t>	// -------------------------------</a:t>
            </a:r>
          </a:p>
          <a:p>
            <a:pPr marL="0" indent="0">
              <a:lnSpc>
                <a:spcPct val="120000"/>
              </a:lnSpc>
              <a:spcBef>
                <a:spcPts val="0"/>
              </a:spcBef>
              <a:buNone/>
            </a:pPr>
            <a:r>
              <a:rPr lang="en-US" sz="400" dirty="0"/>
              <a:t>	// RECEIVE messages from C#   -  was not able to get it to </a:t>
            </a:r>
            <a:r>
              <a:rPr lang="en-US" sz="400" dirty="0" err="1"/>
              <a:t>prouce</a:t>
            </a:r>
            <a:r>
              <a:rPr lang="en-US" sz="400" dirty="0"/>
              <a:t> activity on web page side</a:t>
            </a:r>
          </a:p>
          <a:p>
            <a:pPr marL="0" indent="0">
              <a:lnSpc>
                <a:spcPct val="120000"/>
              </a:lnSpc>
              <a:spcBef>
                <a:spcPts val="0"/>
              </a:spcBef>
              <a:buNone/>
            </a:pPr>
            <a:r>
              <a:rPr lang="en-US" sz="400" dirty="0"/>
              <a:t>	// -------------------------------</a:t>
            </a:r>
          </a:p>
          <a:p>
            <a:pPr marL="0" indent="0">
              <a:lnSpc>
                <a:spcPct val="120000"/>
              </a:lnSpc>
              <a:spcBef>
                <a:spcPts val="0"/>
              </a:spcBef>
              <a:buNone/>
            </a:pPr>
            <a:r>
              <a:rPr lang="en-US" sz="400" dirty="0"/>
              <a:t>	//</a:t>
            </a:r>
            <a:r>
              <a:rPr lang="en-US" sz="400" dirty="0" err="1"/>
              <a:t>window.chrome.webview.addEventListener</a:t>
            </a:r>
            <a:r>
              <a:rPr lang="en-US" sz="400" dirty="0"/>
              <a:t>('message', event =&gt; {</a:t>
            </a:r>
          </a:p>
          <a:p>
            <a:pPr marL="0" indent="0">
              <a:lnSpc>
                <a:spcPct val="120000"/>
              </a:lnSpc>
              <a:spcBef>
                <a:spcPts val="0"/>
              </a:spcBef>
              <a:buNone/>
            </a:pPr>
            <a:r>
              <a:rPr lang="en-US" sz="400" dirty="0"/>
              <a:t>	//	console.log("C# sent:", </a:t>
            </a:r>
            <a:r>
              <a:rPr lang="en-US" sz="400" dirty="0" err="1"/>
              <a:t>event.data</a:t>
            </a:r>
            <a:r>
              <a:rPr lang="en-US" sz="400" dirty="0"/>
              <a:t>);</a:t>
            </a:r>
          </a:p>
          <a:p>
            <a:pPr marL="0" indent="0">
              <a:lnSpc>
                <a:spcPct val="120000"/>
              </a:lnSpc>
              <a:spcBef>
                <a:spcPts val="0"/>
              </a:spcBef>
              <a:buNone/>
            </a:pPr>
            <a:r>
              <a:rPr lang="en-US" sz="400" dirty="0"/>
              <a:t>    //</a:t>
            </a:r>
          </a:p>
          <a:p>
            <a:pPr marL="0" indent="0">
              <a:lnSpc>
                <a:spcPct val="120000"/>
              </a:lnSpc>
              <a:spcBef>
                <a:spcPts val="0"/>
              </a:spcBef>
              <a:buNone/>
            </a:pPr>
            <a:r>
              <a:rPr lang="en-US" sz="400" dirty="0"/>
              <a:t>	//	// Show it on the page</a:t>
            </a:r>
          </a:p>
          <a:p>
            <a:pPr marL="0" indent="0">
              <a:lnSpc>
                <a:spcPct val="120000"/>
              </a:lnSpc>
              <a:spcBef>
                <a:spcPts val="0"/>
              </a:spcBef>
              <a:buNone/>
            </a:pPr>
            <a:r>
              <a:rPr lang="en-US" sz="400" dirty="0"/>
              <a:t>	//	</a:t>
            </a:r>
            <a:r>
              <a:rPr lang="en-US" sz="400" dirty="0" err="1"/>
              <a:t>document.getElementById</a:t>
            </a:r>
            <a:r>
              <a:rPr lang="en-US" sz="400" dirty="0"/>
              <a:t>("status").</a:t>
            </a:r>
            <a:r>
              <a:rPr lang="en-US" sz="400" dirty="0" err="1"/>
              <a:t>innerText</a:t>
            </a:r>
            <a:r>
              <a:rPr lang="en-US" sz="400" dirty="0"/>
              <a:t> =</a:t>
            </a:r>
          </a:p>
          <a:p>
            <a:pPr marL="0" indent="0">
              <a:lnSpc>
                <a:spcPct val="120000"/>
              </a:lnSpc>
              <a:spcBef>
                <a:spcPts val="0"/>
              </a:spcBef>
              <a:buNone/>
            </a:pPr>
            <a:r>
              <a:rPr lang="en-US" sz="400" dirty="0"/>
              <a:t>	//		"Received from C#: " + </a:t>
            </a:r>
            <a:r>
              <a:rPr lang="en-US" sz="400" dirty="0" err="1"/>
              <a:t>event.data</a:t>
            </a:r>
            <a:r>
              <a:rPr lang="en-US" sz="400" dirty="0"/>
              <a:t>;</a:t>
            </a:r>
          </a:p>
          <a:p>
            <a:pPr marL="0" indent="0">
              <a:lnSpc>
                <a:spcPct val="120000"/>
              </a:lnSpc>
              <a:spcBef>
                <a:spcPts val="0"/>
              </a:spcBef>
              <a:buNone/>
            </a:pPr>
            <a:r>
              <a:rPr lang="en-US" sz="400" dirty="0"/>
              <a:t>    //</a:t>
            </a:r>
          </a:p>
          <a:p>
            <a:pPr marL="0" indent="0">
              <a:lnSpc>
                <a:spcPct val="120000"/>
              </a:lnSpc>
              <a:spcBef>
                <a:spcPts val="0"/>
              </a:spcBef>
              <a:buNone/>
            </a:pPr>
            <a:r>
              <a:rPr lang="en-US" sz="400" dirty="0"/>
              <a:t>	//	// Optional popup</a:t>
            </a:r>
          </a:p>
          <a:p>
            <a:pPr marL="0" indent="0">
              <a:lnSpc>
                <a:spcPct val="120000"/>
              </a:lnSpc>
              <a:spcBef>
                <a:spcPts val="0"/>
              </a:spcBef>
              <a:buNone/>
            </a:pPr>
            <a:r>
              <a:rPr lang="en-US" sz="400" dirty="0"/>
              <a:t>	//	alert("C# </a:t>
            </a:r>
            <a:r>
              <a:rPr lang="en-US" sz="400" dirty="0" err="1"/>
              <a:t>senttt</a:t>
            </a:r>
            <a:r>
              <a:rPr lang="en-US" sz="400" dirty="0"/>
              <a:t>: " + </a:t>
            </a:r>
            <a:r>
              <a:rPr lang="en-US" sz="400" dirty="0" err="1"/>
              <a:t>event.data</a:t>
            </a:r>
            <a:r>
              <a:rPr lang="en-US" sz="400" dirty="0"/>
              <a:t>);</a:t>
            </a:r>
          </a:p>
          <a:p>
            <a:pPr marL="0" indent="0">
              <a:lnSpc>
                <a:spcPct val="120000"/>
              </a:lnSpc>
              <a:spcBef>
                <a:spcPts val="0"/>
              </a:spcBef>
              <a:buNone/>
            </a:pPr>
            <a:r>
              <a:rPr lang="en-US" sz="400" dirty="0"/>
              <a:t>	//});</a:t>
            </a:r>
          </a:p>
          <a:p>
            <a:pPr marL="0" indent="0">
              <a:lnSpc>
                <a:spcPct val="120000"/>
              </a:lnSpc>
              <a:spcBef>
                <a:spcPts val="0"/>
              </a:spcBef>
              <a:buNone/>
            </a:pPr>
            <a:endParaRPr lang="en-US" sz="400" dirty="0"/>
          </a:p>
          <a:p>
            <a:pPr marL="0" indent="0">
              <a:lnSpc>
                <a:spcPct val="120000"/>
              </a:lnSpc>
              <a:spcBef>
                <a:spcPts val="0"/>
              </a:spcBef>
              <a:buNone/>
            </a:pPr>
            <a:endParaRPr lang="en-US" sz="400" dirty="0"/>
          </a:p>
          <a:p>
            <a:pPr marL="0" indent="0">
              <a:lnSpc>
                <a:spcPct val="120000"/>
              </a:lnSpc>
              <a:spcBef>
                <a:spcPts val="0"/>
              </a:spcBef>
              <a:buNone/>
            </a:pPr>
            <a:endParaRPr lang="en-US" sz="400" dirty="0"/>
          </a:p>
          <a:p>
            <a:pPr marL="0" indent="0">
              <a:lnSpc>
                <a:spcPct val="120000"/>
              </a:lnSpc>
              <a:spcBef>
                <a:spcPts val="0"/>
              </a:spcBef>
              <a:buNone/>
            </a:pPr>
            <a:r>
              <a:rPr lang="en-US" sz="400" dirty="0"/>
              <a:t>//********************************************** </a:t>
            </a:r>
            <a:r>
              <a:rPr lang="en-US" sz="400" dirty="0" err="1"/>
              <a:t>Fucntions</a:t>
            </a:r>
            <a:r>
              <a:rPr lang="en-US" sz="400" dirty="0"/>
              <a:t> related to the tree view</a:t>
            </a:r>
          </a:p>
          <a:p>
            <a:pPr marL="0" indent="0">
              <a:lnSpc>
                <a:spcPct val="120000"/>
              </a:lnSpc>
              <a:spcBef>
                <a:spcPts val="0"/>
              </a:spcBef>
              <a:buNone/>
            </a:pPr>
            <a:r>
              <a:rPr lang="en-US" sz="400" dirty="0"/>
              <a:t>    const </a:t>
            </a:r>
            <a:r>
              <a:rPr lang="en-US" sz="400" dirty="0" err="1"/>
              <a:t>treeData</a:t>
            </a:r>
            <a:r>
              <a:rPr lang="en-US" sz="400" dirty="0"/>
              <a:t> = {</a:t>
            </a:r>
          </a:p>
          <a:p>
            <a:pPr marL="0" indent="0">
              <a:lnSpc>
                <a:spcPct val="120000"/>
              </a:lnSpc>
              <a:spcBef>
                <a:spcPts val="0"/>
              </a:spcBef>
              <a:buNone/>
            </a:pPr>
            <a:r>
              <a:rPr lang="en-US" sz="400" dirty="0"/>
              <a:t>      name: "Root",</a:t>
            </a:r>
          </a:p>
          <a:p>
            <a:pPr marL="0" indent="0">
              <a:lnSpc>
                <a:spcPct val="120000"/>
              </a:lnSpc>
              <a:spcBef>
                <a:spcPts val="0"/>
              </a:spcBef>
              <a:buNone/>
            </a:pPr>
            <a:r>
              <a:rPr lang="en-US" sz="400" dirty="0"/>
              <a:t>      children: [</a:t>
            </a:r>
          </a:p>
          <a:p>
            <a:pPr marL="0" indent="0">
              <a:lnSpc>
                <a:spcPct val="120000"/>
              </a:lnSpc>
              <a:spcBef>
                <a:spcPts val="0"/>
              </a:spcBef>
              <a:buNone/>
            </a:pPr>
            <a:r>
              <a:rPr lang="en-US" sz="400" dirty="0"/>
              <a:t>        {</a:t>
            </a:r>
          </a:p>
          <a:p>
            <a:pPr marL="0" indent="0">
              <a:lnSpc>
                <a:spcPct val="120000"/>
              </a:lnSpc>
              <a:spcBef>
                <a:spcPts val="0"/>
              </a:spcBef>
              <a:buNone/>
            </a:pPr>
            <a:r>
              <a:rPr lang="en-US" sz="400" dirty="0"/>
              <a:t>          name: "Child 1",</a:t>
            </a:r>
          </a:p>
          <a:p>
            <a:pPr marL="0" indent="0">
              <a:lnSpc>
                <a:spcPct val="120000"/>
              </a:lnSpc>
              <a:spcBef>
                <a:spcPts val="0"/>
              </a:spcBef>
              <a:buNone/>
            </a:pPr>
            <a:r>
              <a:rPr lang="en-US" sz="400" dirty="0"/>
              <a:t>          children: [</a:t>
            </a:r>
          </a:p>
          <a:p>
            <a:pPr marL="0" indent="0">
              <a:lnSpc>
                <a:spcPct val="120000"/>
              </a:lnSpc>
              <a:spcBef>
                <a:spcPts val="0"/>
              </a:spcBef>
              <a:buNone/>
            </a:pPr>
            <a:r>
              <a:rPr lang="en-US" sz="400" dirty="0"/>
              <a:t>            { name: "Grandchild 1.1" },</a:t>
            </a:r>
          </a:p>
          <a:p>
            <a:pPr marL="0" indent="0">
              <a:lnSpc>
                <a:spcPct val="120000"/>
              </a:lnSpc>
              <a:spcBef>
                <a:spcPts val="0"/>
              </a:spcBef>
              <a:buNone/>
            </a:pPr>
            <a:r>
              <a:rPr lang="en-US" sz="400" dirty="0"/>
              <a:t>            { name: "Grandchild 1.2" }</a:t>
            </a:r>
          </a:p>
          <a:p>
            <a:pPr marL="0" indent="0">
              <a:lnSpc>
                <a:spcPct val="120000"/>
              </a:lnSpc>
              <a:spcBef>
                <a:spcPts val="0"/>
              </a:spcBef>
              <a:buNone/>
            </a:pPr>
            <a:r>
              <a:rPr lang="en-US" sz="400" dirty="0"/>
              <a:t>          ]</a:t>
            </a:r>
          </a:p>
          <a:p>
            <a:pPr marL="0" indent="0">
              <a:lnSpc>
                <a:spcPct val="120000"/>
              </a:lnSpc>
              <a:spcBef>
                <a:spcPts val="0"/>
              </a:spcBef>
              <a:buNone/>
            </a:pPr>
            <a:r>
              <a:rPr lang="en-US" sz="400" dirty="0"/>
              <a:t>        },</a:t>
            </a:r>
          </a:p>
          <a:p>
            <a:pPr marL="0" indent="0">
              <a:lnSpc>
                <a:spcPct val="120000"/>
              </a:lnSpc>
              <a:spcBef>
                <a:spcPts val="0"/>
              </a:spcBef>
              <a:buNone/>
            </a:pPr>
            <a:r>
              <a:rPr lang="en-US" sz="400" dirty="0"/>
              <a:t>        {</a:t>
            </a:r>
          </a:p>
          <a:p>
            <a:pPr marL="0" indent="0">
              <a:lnSpc>
                <a:spcPct val="120000"/>
              </a:lnSpc>
              <a:spcBef>
                <a:spcPts val="0"/>
              </a:spcBef>
              <a:buNone/>
            </a:pPr>
            <a:r>
              <a:rPr lang="en-US" sz="400" dirty="0"/>
              <a:t>          name: "Child 2",</a:t>
            </a:r>
          </a:p>
          <a:p>
            <a:pPr marL="0" indent="0">
              <a:lnSpc>
                <a:spcPct val="120000"/>
              </a:lnSpc>
              <a:spcBef>
                <a:spcPts val="0"/>
              </a:spcBef>
              <a:buNone/>
            </a:pPr>
            <a:r>
              <a:rPr lang="en-US" sz="400" dirty="0"/>
              <a:t>          children: [</a:t>
            </a:r>
          </a:p>
          <a:p>
            <a:pPr marL="0" indent="0">
              <a:lnSpc>
                <a:spcPct val="120000"/>
              </a:lnSpc>
              <a:spcBef>
                <a:spcPts val="0"/>
              </a:spcBef>
              <a:buNone/>
            </a:pPr>
            <a:r>
              <a:rPr lang="en-US" sz="400" dirty="0"/>
              <a:t>            { name: "Grandchild 2.1" }</a:t>
            </a:r>
          </a:p>
          <a:p>
            <a:pPr marL="0" indent="0">
              <a:lnSpc>
                <a:spcPct val="120000"/>
              </a:lnSpc>
              <a:spcBef>
                <a:spcPts val="0"/>
              </a:spcBef>
              <a:buNone/>
            </a:pPr>
            <a:r>
              <a:rPr lang="en-US" sz="400" dirty="0"/>
              <a:t>          ]</a:t>
            </a:r>
          </a:p>
          <a:p>
            <a:pPr marL="0" indent="0">
              <a:lnSpc>
                <a:spcPct val="120000"/>
              </a:lnSpc>
              <a:spcBef>
                <a:spcPts val="0"/>
              </a:spcBef>
              <a:buNone/>
            </a:pPr>
            <a:r>
              <a:rPr lang="en-US" sz="400" dirty="0"/>
              <a:t>        }</a:t>
            </a:r>
          </a:p>
          <a:p>
            <a:pPr marL="0" indent="0">
              <a:lnSpc>
                <a:spcPct val="120000"/>
              </a:lnSpc>
              <a:spcBef>
                <a:spcPts val="0"/>
              </a:spcBef>
              <a:buNone/>
            </a:pPr>
            <a:r>
              <a:rPr lang="en-US" sz="400" dirty="0"/>
              <a:t>      ]</a:t>
            </a:r>
          </a:p>
          <a:p>
            <a:pPr marL="0" indent="0">
              <a:lnSpc>
                <a:spcPct val="120000"/>
              </a:lnSpc>
              <a:spcBef>
                <a:spcPts val="0"/>
              </a:spcBef>
              <a:buNone/>
            </a:pPr>
            <a:r>
              <a:rPr lang="en-US" sz="400" dirty="0"/>
              <a:t>    };</a:t>
            </a:r>
          </a:p>
          <a:p>
            <a:pPr marL="0" indent="0">
              <a:lnSpc>
                <a:spcPct val="120000"/>
              </a:lnSpc>
              <a:spcBef>
                <a:spcPts val="0"/>
              </a:spcBef>
              <a:buNone/>
            </a:pPr>
            <a:endParaRPr lang="en-US" sz="400" dirty="0"/>
          </a:p>
          <a:p>
            <a:pPr marL="0" indent="0">
              <a:lnSpc>
                <a:spcPct val="120000"/>
              </a:lnSpc>
              <a:spcBef>
                <a:spcPts val="0"/>
              </a:spcBef>
              <a:buNone/>
            </a:pPr>
            <a:r>
              <a:rPr lang="en-US" sz="400" dirty="0"/>
              <a:t>    const </a:t>
            </a:r>
            <a:r>
              <a:rPr lang="en-US" sz="400" dirty="0" err="1"/>
              <a:t>svg</a:t>
            </a:r>
            <a:r>
              <a:rPr lang="en-US" sz="400" dirty="0"/>
              <a:t> = </a:t>
            </a:r>
            <a:r>
              <a:rPr lang="en-US" sz="400" dirty="0" err="1"/>
              <a:t>document.getElementById</a:t>
            </a:r>
            <a:r>
              <a:rPr lang="en-US" sz="400" dirty="0"/>
              <a:t>("tree");</a:t>
            </a:r>
          </a:p>
          <a:p>
            <a:pPr marL="0" indent="0">
              <a:lnSpc>
                <a:spcPct val="120000"/>
              </a:lnSpc>
              <a:spcBef>
                <a:spcPts val="0"/>
              </a:spcBef>
              <a:buNone/>
            </a:pPr>
            <a:r>
              <a:rPr lang="en-US" sz="400" dirty="0"/>
              <a:t>    const </a:t>
            </a:r>
            <a:r>
              <a:rPr lang="en-US" sz="400" dirty="0" err="1"/>
              <a:t>nodeRadius</a:t>
            </a:r>
            <a:r>
              <a:rPr lang="en-US" sz="400" dirty="0"/>
              <a:t> = 20;</a:t>
            </a:r>
          </a:p>
          <a:p>
            <a:pPr marL="0" indent="0">
              <a:lnSpc>
                <a:spcPct val="120000"/>
              </a:lnSpc>
              <a:spcBef>
                <a:spcPts val="0"/>
              </a:spcBef>
              <a:buNone/>
            </a:pPr>
            <a:r>
              <a:rPr lang="en-US" sz="400" dirty="0"/>
              <a:t>    let </a:t>
            </a:r>
            <a:r>
              <a:rPr lang="en-US" sz="400" dirty="0" err="1"/>
              <a:t>ySpacing</a:t>
            </a:r>
            <a:r>
              <a:rPr lang="en-US" sz="400" dirty="0"/>
              <a:t> = 80;</a:t>
            </a:r>
          </a:p>
          <a:p>
            <a:pPr marL="0" indent="0">
              <a:lnSpc>
                <a:spcPct val="120000"/>
              </a:lnSpc>
              <a:spcBef>
                <a:spcPts val="0"/>
              </a:spcBef>
              <a:buNone/>
            </a:pPr>
            <a:r>
              <a:rPr lang="en-US" sz="400" dirty="0"/>
              <a:t>    let </a:t>
            </a:r>
            <a:r>
              <a:rPr lang="en-US" sz="400" dirty="0" err="1"/>
              <a:t>xSpacing</a:t>
            </a:r>
            <a:r>
              <a:rPr lang="en-US" sz="400" dirty="0"/>
              <a:t> = 100;</a:t>
            </a:r>
          </a:p>
          <a:p>
            <a:pPr marL="0" indent="0">
              <a:lnSpc>
                <a:spcPct val="120000"/>
              </a:lnSpc>
              <a:spcBef>
                <a:spcPts val="0"/>
              </a:spcBef>
              <a:buNone/>
            </a:pPr>
            <a:r>
              <a:rPr lang="en-US" sz="400" dirty="0"/>
              <a:t>    let </a:t>
            </a:r>
            <a:r>
              <a:rPr lang="en-US" sz="400" dirty="0" err="1"/>
              <a:t>currentX</a:t>
            </a:r>
            <a:r>
              <a:rPr lang="en-US" sz="400" dirty="0"/>
              <a:t> = 50;</a:t>
            </a:r>
          </a:p>
          <a:p>
            <a:pPr marL="0" indent="0">
              <a:lnSpc>
                <a:spcPct val="120000"/>
              </a:lnSpc>
              <a:spcBef>
                <a:spcPts val="0"/>
              </a:spcBef>
              <a:buNone/>
            </a:pPr>
            <a:endParaRPr lang="en-US" sz="400" dirty="0"/>
          </a:p>
          <a:p>
            <a:pPr marL="0" indent="0">
              <a:lnSpc>
                <a:spcPct val="120000"/>
              </a:lnSpc>
              <a:spcBef>
                <a:spcPts val="0"/>
              </a:spcBef>
              <a:buNone/>
            </a:pPr>
            <a:r>
              <a:rPr lang="en-US" sz="400" dirty="0"/>
              <a:t>    function </a:t>
            </a:r>
            <a:r>
              <a:rPr lang="en-US" sz="400" dirty="0" err="1"/>
              <a:t>drawNode</a:t>
            </a:r>
            <a:r>
              <a:rPr lang="en-US" sz="400" dirty="0"/>
              <a:t>(node, depth, </a:t>
            </a:r>
            <a:r>
              <a:rPr lang="en-US" sz="400" dirty="0" err="1"/>
              <a:t>parentX</a:t>
            </a:r>
            <a:r>
              <a:rPr lang="en-US" sz="400" dirty="0"/>
              <a:t>, </a:t>
            </a:r>
            <a:r>
              <a:rPr lang="en-US" sz="400" dirty="0" err="1"/>
              <a:t>parentY</a:t>
            </a:r>
            <a:r>
              <a:rPr lang="en-US" sz="400" dirty="0"/>
              <a:t>) {</a:t>
            </a:r>
          </a:p>
          <a:p>
            <a:pPr marL="0" indent="0">
              <a:lnSpc>
                <a:spcPct val="120000"/>
              </a:lnSpc>
              <a:spcBef>
                <a:spcPts val="0"/>
              </a:spcBef>
              <a:buNone/>
            </a:pPr>
            <a:r>
              <a:rPr lang="en-US" sz="400" dirty="0"/>
              <a:t>      let x = </a:t>
            </a:r>
            <a:r>
              <a:rPr lang="en-US" sz="400" dirty="0" err="1"/>
              <a:t>currentX</a:t>
            </a:r>
            <a:r>
              <a:rPr lang="en-US" sz="400" dirty="0"/>
              <a:t>;</a:t>
            </a:r>
          </a:p>
          <a:p>
            <a:pPr marL="0" indent="0">
              <a:lnSpc>
                <a:spcPct val="120000"/>
              </a:lnSpc>
              <a:spcBef>
                <a:spcPts val="0"/>
              </a:spcBef>
              <a:buNone/>
            </a:pPr>
            <a:r>
              <a:rPr lang="en-US" sz="400" dirty="0"/>
              <a:t>      let y = depth * </a:t>
            </a:r>
            <a:r>
              <a:rPr lang="en-US" sz="400" dirty="0" err="1"/>
              <a:t>ySpacing</a:t>
            </a:r>
            <a:r>
              <a:rPr lang="en-US" sz="400" dirty="0"/>
              <a:t> + 50;</a:t>
            </a:r>
          </a:p>
          <a:p>
            <a:pPr marL="0" indent="0">
              <a:lnSpc>
                <a:spcPct val="120000"/>
              </a:lnSpc>
              <a:spcBef>
                <a:spcPts val="0"/>
              </a:spcBef>
              <a:buNone/>
            </a:pPr>
            <a:endParaRPr lang="en-US" sz="400" dirty="0"/>
          </a:p>
          <a:p>
            <a:pPr marL="0" indent="0">
              <a:lnSpc>
                <a:spcPct val="120000"/>
              </a:lnSpc>
              <a:spcBef>
                <a:spcPts val="0"/>
              </a:spcBef>
              <a:buNone/>
            </a:pPr>
            <a:r>
              <a:rPr lang="en-US" sz="400" dirty="0"/>
              <a:t>      // Draw line from parent to current node</a:t>
            </a:r>
          </a:p>
          <a:p>
            <a:pPr marL="0" indent="0">
              <a:lnSpc>
                <a:spcPct val="120000"/>
              </a:lnSpc>
              <a:spcBef>
                <a:spcPts val="0"/>
              </a:spcBef>
              <a:buNone/>
            </a:pPr>
            <a:r>
              <a:rPr lang="en-US" sz="400" dirty="0"/>
              <a:t>      if (</a:t>
            </a:r>
            <a:r>
              <a:rPr lang="en-US" sz="400" dirty="0" err="1"/>
              <a:t>parentX</a:t>
            </a:r>
            <a:r>
              <a:rPr lang="en-US" sz="400" dirty="0"/>
              <a:t> !== null &amp;&amp; </a:t>
            </a:r>
            <a:r>
              <a:rPr lang="en-US" sz="400" dirty="0" err="1"/>
              <a:t>parentY</a:t>
            </a:r>
            <a:r>
              <a:rPr lang="en-US" sz="400" dirty="0"/>
              <a:t> !== null) {</a:t>
            </a:r>
          </a:p>
          <a:p>
            <a:pPr marL="0" indent="0">
              <a:lnSpc>
                <a:spcPct val="120000"/>
              </a:lnSpc>
              <a:spcBef>
                <a:spcPts val="0"/>
              </a:spcBef>
              <a:buNone/>
            </a:pPr>
            <a:r>
              <a:rPr lang="en-US" sz="400" dirty="0"/>
              <a:t>        const line = </a:t>
            </a:r>
            <a:r>
              <a:rPr lang="en-US" sz="400" dirty="0" err="1"/>
              <a:t>document.createElementNS</a:t>
            </a:r>
            <a:r>
              <a:rPr lang="en-US" sz="400" dirty="0"/>
              <a:t>("http://www.w3.org/2000/svg", "line");</a:t>
            </a:r>
          </a:p>
          <a:p>
            <a:pPr marL="0" indent="0">
              <a:lnSpc>
                <a:spcPct val="120000"/>
              </a:lnSpc>
              <a:spcBef>
                <a:spcPts val="0"/>
              </a:spcBef>
              <a:buNone/>
            </a:pPr>
            <a:r>
              <a:rPr lang="en-US" sz="400" dirty="0"/>
              <a:t>        </a:t>
            </a:r>
            <a:r>
              <a:rPr lang="en-US" sz="400" dirty="0" err="1"/>
              <a:t>line.setAttribute</a:t>
            </a:r>
            <a:r>
              <a:rPr lang="en-US" sz="400" dirty="0"/>
              <a:t>("x1", </a:t>
            </a:r>
            <a:r>
              <a:rPr lang="en-US" sz="400" dirty="0" err="1"/>
              <a:t>parentX</a:t>
            </a:r>
            <a:r>
              <a:rPr lang="en-US" sz="400" dirty="0"/>
              <a:t>);</a:t>
            </a:r>
          </a:p>
          <a:p>
            <a:pPr marL="0" indent="0">
              <a:lnSpc>
                <a:spcPct val="120000"/>
              </a:lnSpc>
              <a:spcBef>
                <a:spcPts val="0"/>
              </a:spcBef>
              <a:buNone/>
            </a:pPr>
            <a:r>
              <a:rPr lang="en-US" sz="400" dirty="0"/>
              <a:t>        </a:t>
            </a:r>
            <a:r>
              <a:rPr lang="en-US" sz="400" dirty="0" err="1"/>
              <a:t>line.setAttribute</a:t>
            </a:r>
            <a:r>
              <a:rPr lang="en-US" sz="400" dirty="0"/>
              <a:t>("y1", </a:t>
            </a:r>
            <a:r>
              <a:rPr lang="en-US" sz="400" dirty="0" err="1"/>
              <a:t>parentY</a:t>
            </a:r>
            <a:r>
              <a:rPr lang="en-US" sz="400" dirty="0"/>
              <a:t>);</a:t>
            </a:r>
          </a:p>
          <a:p>
            <a:pPr marL="0" indent="0">
              <a:lnSpc>
                <a:spcPct val="120000"/>
              </a:lnSpc>
              <a:spcBef>
                <a:spcPts val="0"/>
              </a:spcBef>
              <a:buNone/>
            </a:pPr>
            <a:r>
              <a:rPr lang="en-US" sz="400" dirty="0"/>
              <a:t>        </a:t>
            </a:r>
            <a:r>
              <a:rPr lang="en-US" sz="400" dirty="0" err="1"/>
              <a:t>line.setAttribute</a:t>
            </a:r>
            <a:r>
              <a:rPr lang="en-US" sz="400" dirty="0"/>
              <a:t>("x2", x);</a:t>
            </a:r>
          </a:p>
          <a:p>
            <a:pPr marL="0" indent="0">
              <a:lnSpc>
                <a:spcPct val="120000"/>
              </a:lnSpc>
              <a:spcBef>
                <a:spcPts val="0"/>
              </a:spcBef>
              <a:buNone/>
            </a:pPr>
            <a:r>
              <a:rPr lang="en-US" sz="400" dirty="0"/>
              <a:t>        </a:t>
            </a:r>
            <a:r>
              <a:rPr lang="en-US" sz="400" dirty="0" err="1"/>
              <a:t>line.setAttribute</a:t>
            </a:r>
            <a:r>
              <a:rPr lang="en-US" sz="400" dirty="0"/>
              <a:t>("y2", y);</a:t>
            </a:r>
          </a:p>
          <a:p>
            <a:pPr marL="0" indent="0">
              <a:lnSpc>
                <a:spcPct val="120000"/>
              </a:lnSpc>
              <a:spcBef>
                <a:spcPts val="0"/>
              </a:spcBef>
              <a:buNone/>
            </a:pPr>
            <a:r>
              <a:rPr lang="en-US" sz="400" dirty="0"/>
              <a:t>        </a:t>
            </a:r>
            <a:r>
              <a:rPr lang="en-US" sz="400" dirty="0" err="1"/>
              <a:t>line.setAttribute</a:t>
            </a:r>
            <a:r>
              <a:rPr lang="en-US" sz="400" dirty="0"/>
              <a:t>("stroke", "#555");</a:t>
            </a:r>
          </a:p>
          <a:p>
            <a:pPr marL="0" indent="0">
              <a:lnSpc>
                <a:spcPct val="120000"/>
              </a:lnSpc>
              <a:spcBef>
                <a:spcPts val="0"/>
              </a:spcBef>
              <a:buNone/>
            </a:pPr>
            <a:r>
              <a:rPr lang="en-US" sz="400" dirty="0"/>
              <a:t>        </a:t>
            </a:r>
            <a:r>
              <a:rPr lang="en-US" sz="400" dirty="0" err="1"/>
              <a:t>svg.appendChild</a:t>
            </a:r>
            <a:r>
              <a:rPr lang="en-US" sz="400" dirty="0"/>
              <a:t>(line);</a:t>
            </a:r>
          </a:p>
          <a:p>
            <a:pPr marL="0" indent="0">
              <a:lnSpc>
                <a:spcPct val="120000"/>
              </a:lnSpc>
              <a:spcBef>
                <a:spcPts val="0"/>
              </a:spcBef>
              <a:buNone/>
            </a:pPr>
            <a:r>
              <a:rPr lang="en-US" sz="400" dirty="0"/>
              <a:t>      }</a:t>
            </a:r>
          </a:p>
          <a:p>
            <a:pPr marL="0" indent="0">
              <a:lnSpc>
                <a:spcPct val="120000"/>
              </a:lnSpc>
              <a:spcBef>
                <a:spcPts val="0"/>
              </a:spcBef>
              <a:buNone/>
            </a:pPr>
            <a:endParaRPr lang="en-US" sz="400" dirty="0"/>
          </a:p>
          <a:p>
            <a:pPr marL="0" indent="0">
              <a:lnSpc>
                <a:spcPct val="120000"/>
              </a:lnSpc>
              <a:spcBef>
                <a:spcPts val="0"/>
              </a:spcBef>
              <a:buNone/>
            </a:pPr>
            <a:r>
              <a:rPr lang="en-US" sz="400" dirty="0"/>
              <a:t>      // Draw node circle</a:t>
            </a:r>
          </a:p>
          <a:p>
            <a:pPr marL="0" indent="0">
              <a:lnSpc>
                <a:spcPct val="120000"/>
              </a:lnSpc>
              <a:spcBef>
                <a:spcPts val="0"/>
              </a:spcBef>
              <a:buNone/>
            </a:pPr>
            <a:r>
              <a:rPr lang="en-US" sz="400" dirty="0"/>
              <a:t>      const circle = </a:t>
            </a:r>
            <a:r>
              <a:rPr lang="en-US" sz="400" dirty="0" err="1"/>
              <a:t>document.createElementNS</a:t>
            </a:r>
            <a:r>
              <a:rPr lang="en-US" sz="400" dirty="0"/>
              <a:t>("http://www.w3.org/2000/svg", "circle");</a:t>
            </a:r>
          </a:p>
          <a:p>
            <a:pPr marL="0" indent="0">
              <a:lnSpc>
                <a:spcPct val="120000"/>
              </a:lnSpc>
              <a:spcBef>
                <a:spcPts val="0"/>
              </a:spcBef>
              <a:buNone/>
            </a:pPr>
            <a:r>
              <a:rPr lang="en-US" sz="400" dirty="0"/>
              <a:t>      </a:t>
            </a:r>
            <a:r>
              <a:rPr lang="en-US" sz="400" dirty="0" err="1"/>
              <a:t>circle.setAttribute</a:t>
            </a:r>
            <a:r>
              <a:rPr lang="en-US" sz="400" dirty="0"/>
              <a:t>("cx", x);</a:t>
            </a:r>
          </a:p>
          <a:p>
            <a:pPr marL="0" indent="0">
              <a:lnSpc>
                <a:spcPct val="120000"/>
              </a:lnSpc>
              <a:spcBef>
                <a:spcPts val="0"/>
              </a:spcBef>
              <a:buNone/>
            </a:pPr>
            <a:r>
              <a:rPr lang="en-US" sz="400" dirty="0"/>
              <a:t>      </a:t>
            </a:r>
            <a:r>
              <a:rPr lang="en-US" sz="400" dirty="0" err="1"/>
              <a:t>circle.setAttribute</a:t>
            </a:r>
            <a:r>
              <a:rPr lang="en-US" sz="400" dirty="0"/>
              <a:t>("cy", y);</a:t>
            </a:r>
          </a:p>
          <a:p>
            <a:pPr marL="0" indent="0">
              <a:lnSpc>
                <a:spcPct val="120000"/>
              </a:lnSpc>
              <a:spcBef>
                <a:spcPts val="0"/>
              </a:spcBef>
              <a:buNone/>
            </a:pPr>
            <a:r>
              <a:rPr lang="en-US" sz="400" dirty="0"/>
              <a:t>      </a:t>
            </a:r>
            <a:r>
              <a:rPr lang="en-US" sz="400" dirty="0" err="1"/>
              <a:t>circle.setAttribute</a:t>
            </a:r>
            <a:r>
              <a:rPr lang="en-US" sz="400" dirty="0"/>
              <a:t>("r", </a:t>
            </a:r>
            <a:r>
              <a:rPr lang="en-US" sz="400" dirty="0" err="1"/>
              <a:t>nodeRadius</a:t>
            </a:r>
            <a:r>
              <a:rPr lang="en-US" sz="400" dirty="0"/>
              <a:t>);</a:t>
            </a:r>
          </a:p>
          <a:p>
            <a:pPr marL="0" indent="0">
              <a:lnSpc>
                <a:spcPct val="120000"/>
              </a:lnSpc>
              <a:spcBef>
                <a:spcPts val="0"/>
              </a:spcBef>
              <a:buNone/>
            </a:pPr>
            <a:r>
              <a:rPr lang="en-US" sz="400" dirty="0"/>
              <a:t>      </a:t>
            </a:r>
            <a:r>
              <a:rPr lang="en-US" sz="400" dirty="0" err="1"/>
              <a:t>circle.setAttribute</a:t>
            </a:r>
            <a:r>
              <a:rPr lang="en-US" sz="400" dirty="0"/>
              <a:t>("fill", "#6fa8dc");</a:t>
            </a:r>
          </a:p>
          <a:p>
            <a:pPr marL="0" indent="0">
              <a:lnSpc>
                <a:spcPct val="120000"/>
              </a:lnSpc>
              <a:spcBef>
                <a:spcPts val="0"/>
              </a:spcBef>
              <a:buNone/>
            </a:pPr>
            <a:r>
              <a:rPr lang="en-US" sz="400" dirty="0"/>
              <a:t>      </a:t>
            </a:r>
            <a:r>
              <a:rPr lang="en-US" sz="400" dirty="0" err="1"/>
              <a:t>circle.style.cursor</a:t>
            </a:r>
            <a:r>
              <a:rPr lang="en-US" sz="400" dirty="0"/>
              <a:t> = "pointer";</a:t>
            </a:r>
          </a:p>
          <a:p>
            <a:pPr marL="0" indent="0">
              <a:lnSpc>
                <a:spcPct val="120000"/>
              </a:lnSpc>
              <a:spcBef>
                <a:spcPts val="0"/>
              </a:spcBef>
              <a:buNone/>
            </a:pPr>
            <a:r>
              <a:rPr lang="en-US" sz="400" dirty="0"/>
              <a:t>      </a:t>
            </a:r>
            <a:r>
              <a:rPr lang="en-US" sz="400" dirty="0" err="1"/>
              <a:t>circle.addEventListener</a:t>
            </a:r>
            <a:r>
              <a:rPr lang="en-US" sz="400" dirty="0"/>
              <a:t>("click", () =&gt; {</a:t>
            </a:r>
          </a:p>
          <a:p>
            <a:pPr marL="0" indent="0">
              <a:lnSpc>
                <a:spcPct val="120000"/>
              </a:lnSpc>
              <a:spcBef>
                <a:spcPts val="0"/>
              </a:spcBef>
              <a:buNone/>
            </a:pPr>
            <a:r>
              <a:rPr lang="en-US" sz="400" dirty="0"/>
              <a:t>		</a:t>
            </a:r>
            <a:r>
              <a:rPr lang="en-US" sz="400" dirty="0" err="1"/>
              <a:t>webPageActivity</a:t>
            </a:r>
            <a:r>
              <a:rPr lang="en-US" sz="400" dirty="0"/>
              <a:t>(node.name);     //********************************&lt;&lt;&lt;This needs to exist where we report back to the supervisory Robotics application</a:t>
            </a:r>
          </a:p>
          <a:p>
            <a:pPr marL="0" indent="0">
              <a:lnSpc>
                <a:spcPct val="120000"/>
              </a:lnSpc>
              <a:spcBef>
                <a:spcPts val="0"/>
              </a:spcBef>
              <a:buNone/>
            </a:pPr>
            <a:r>
              <a:rPr lang="en-US" sz="400" dirty="0"/>
              <a:t>      });</a:t>
            </a:r>
          </a:p>
          <a:p>
            <a:pPr marL="0" indent="0">
              <a:lnSpc>
                <a:spcPct val="120000"/>
              </a:lnSpc>
              <a:spcBef>
                <a:spcPts val="0"/>
              </a:spcBef>
              <a:buNone/>
            </a:pPr>
            <a:r>
              <a:rPr lang="en-US" sz="400" dirty="0"/>
              <a:t>      </a:t>
            </a:r>
            <a:r>
              <a:rPr lang="en-US" sz="400" dirty="0" err="1"/>
              <a:t>svg.appendChild</a:t>
            </a:r>
            <a:r>
              <a:rPr lang="en-US" sz="400" dirty="0"/>
              <a:t>(circle);</a:t>
            </a:r>
          </a:p>
          <a:p>
            <a:pPr marL="0" indent="0">
              <a:lnSpc>
                <a:spcPct val="120000"/>
              </a:lnSpc>
              <a:spcBef>
                <a:spcPts val="0"/>
              </a:spcBef>
              <a:buNone/>
            </a:pPr>
            <a:endParaRPr lang="en-US" sz="400" dirty="0"/>
          </a:p>
          <a:p>
            <a:pPr marL="0" indent="0">
              <a:lnSpc>
                <a:spcPct val="120000"/>
              </a:lnSpc>
              <a:spcBef>
                <a:spcPts val="0"/>
              </a:spcBef>
              <a:buNone/>
            </a:pPr>
            <a:r>
              <a:rPr lang="en-US" sz="400" dirty="0"/>
              <a:t>      // Draw node label</a:t>
            </a:r>
          </a:p>
          <a:p>
            <a:pPr marL="0" indent="0">
              <a:lnSpc>
                <a:spcPct val="120000"/>
              </a:lnSpc>
              <a:spcBef>
                <a:spcPts val="0"/>
              </a:spcBef>
              <a:buNone/>
            </a:pPr>
            <a:r>
              <a:rPr lang="en-US" sz="400" dirty="0"/>
              <a:t>      const label = </a:t>
            </a:r>
            <a:r>
              <a:rPr lang="en-US" sz="400" dirty="0" err="1"/>
              <a:t>document.createElementNS</a:t>
            </a:r>
            <a:r>
              <a:rPr lang="en-US" sz="400" dirty="0"/>
              <a:t>("http://www.w3.org/2000/svg", "text");</a:t>
            </a:r>
          </a:p>
          <a:p>
            <a:pPr marL="0" indent="0">
              <a:lnSpc>
                <a:spcPct val="120000"/>
              </a:lnSpc>
              <a:spcBef>
                <a:spcPts val="0"/>
              </a:spcBef>
              <a:buNone/>
            </a:pPr>
            <a:r>
              <a:rPr lang="en-US" sz="400" dirty="0"/>
              <a:t>      </a:t>
            </a:r>
            <a:r>
              <a:rPr lang="en-US" sz="400" dirty="0" err="1"/>
              <a:t>label.setAttribute</a:t>
            </a:r>
            <a:r>
              <a:rPr lang="en-US" sz="400" dirty="0"/>
              <a:t>("x", x);</a:t>
            </a:r>
          </a:p>
          <a:p>
            <a:pPr marL="0" indent="0">
              <a:lnSpc>
                <a:spcPct val="120000"/>
              </a:lnSpc>
              <a:spcBef>
                <a:spcPts val="0"/>
              </a:spcBef>
              <a:buNone/>
            </a:pPr>
            <a:r>
              <a:rPr lang="en-US" sz="400" dirty="0"/>
              <a:t>      </a:t>
            </a:r>
            <a:r>
              <a:rPr lang="en-US" sz="400" dirty="0" err="1"/>
              <a:t>label.setAttribute</a:t>
            </a:r>
            <a:r>
              <a:rPr lang="en-US" sz="400" dirty="0"/>
              <a:t>("y", y + 4);</a:t>
            </a:r>
          </a:p>
          <a:p>
            <a:pPr marL="0" indent="0">
              <a:lnSpc>
                <a:spcPct val="120000"/>
              </a:lnSpc>
              <a:spcBef>
                <a:spcPts val="0"/>
              </a:spcBef>
              <a:buNone/>
            </a:pPr>
            <a:r>
              <a:rPr lang="en-US" sz="400" dirty="0"/>
              <a:t>      </a:t>
            </a:r>
            <a:r>
              <a:rPr lang="en-US" sz="400" dirty="0" err="1"/>
              <a:t>label.setAttribute</a:t>
            </a:r>
            <a:r>
              <a:rPr lang="en-US" sz="400" dirty="0"/>
              <a:t>("text-anchor", "middle");</a:t>
            </a:r>
          </a:p>
          <a:p>
            <a:pPr marL="0" indent="0">
              <a:lnSpc>
                <a:spcPct val="120000"/>
              </a:lnSpc>
              <a:spcBef>
                <a:spcPts val="0"/>
              </a:spcBef>
              <a:buNone/>
            </a:pPr>
            <a:r>
              <a:rPr lang="en-US" sz="400" dirty="0"/>
              <a:t>      </a:t>
            </a:r>
            <a:r>
              <a:rPr lang="en-US" sz="400" dirty="0" err="1"/>
              <a:t>label.setAttribute</a:t>
            </a:r>
            <a:r>
              <a:rPr lang="en-US" sz="400" dirty="0"/>
              <a:t>("fill", "#</a:t>
            </a:r>
            <a:r>
              <a:rPr lang="en-US" sz="400" dirty="0" err="1"/>
              <a:t>fff</a:t>
            </a:r>
            <a:r>
              <a:rPr lang="en-US" sz="400" dirty="0"/>
              <a:t>");</a:t>
            </a:r>
          </a:p>
          <a:p>
            <a:pPr marL="0" indent="0">
              <a:lnSpc>
                <a:spcPct val="120000"/>
              </a:lnSpc>
              <a:spcBef>
                <a:spcPts val="0"/>
              </a:spcBef>
              <a:buNone/>
            </a:pPr>
            <a:r>
              <a:rPr lang="en-US" sz="400" dirty="0"/>
              <a:t>      </a:t>
            </a:r>
            <a:r>
              <a:rPr lang="en-US" sz="400" dirty="0" err="1"/>
              <a:t>label.textContent</a:t>
            </a:r>
            <a:r>
              <a:rPr lang="en-US" sz="400" dirty="0"/>
              <a:t> = node.name;</a:t>
            </a:r>
          </a:p>
          <a:p>
            <a:pPr marL="0" indent="0">
              <a:lnSpc>
                <a:spcPct val="120000"/>
              </a:lnSpc>
              <a:spcBef>
                <a:spcPts val="0"/>
              </a:spcBef>
              <a:buNone/>
            </a:pPr>
            <a:r>
              <a:rPr lang="en-US" sz="400" dirty="0"/>
              <a:t>      </a:t>
            </a:r>
            <a:r>
              <a:rPr lang="en-US" sz="400" dirty="0" err="1"/>
              <a:t>svg.appendChild</a:t>
            </a:r>
            <a:r>
              <a:rPr lang="en-US" sz="400" dirty="0"/>
              <a:t>(label);</a:t>
            </a:r>
          </a:p>
          <a:p>
            <a:pPr marL="0" indent="0">
              <a:lnSpc>
                <a:spcPct val="120000"/>
              </a:lnSpc>
              <a:spcBef>
                <a:spcPts val="0"/>
              </a:spcBef>
              <a:buNone/>
            </a:pPr>
            <a:endParaRPr lang="en-US" sz="400" dirty="0"/>
          </a:p>
          <a:p>
            <a:pPr marL="0" indent="0">
              <a:lnSpc>
                <a:spcPct val="120000"/>
              </a:lnSpc>
              <a:spcBef>
                <a:spcPts val="0"/>
              </a:spcBef>
              <a:buNone/>
            </a:pPr>
            <a:r>
              <a:rPr lang="en-US" sz="400" dirty="0"/>
              <a:t>      // Draw children</a:t>
            </a:r>
          </a:p>
          <a:p>
            <a:pPr marL="0" indent="0">
              <a:lnSpc>
                <a:spcPct val="120000"/>
              </a:lnSpc>
              <a:spcBef>
                <a:spcPts val="0"/>
              </a:spcBef>
              <a:buNone/>
            </a:pPr>
            <a:r>
              <a:rPr lang="en-US" sz="400" dirty="0"/>
              <a:t>      if (</a:t>
            </a:r>
            <a:r>
              <a:rPr lang="en-US" sz="400" dirty="0" err="1"/>
              <a:t>node.children</a:t>
            </a:r>
            <a:r>
              <a:rPr lang="en-US" sz="400" dirty="0"/>
              <a:t>) {</a:t>
            </a:r>
          </a:p>
          <a:p>
            <a:pPr marL="0" indent="0">
              <a:lnSpc>
                <a:spcPct val="120000"/>
              </a:lnSpc>
              <a:spcBef>
                <a:spcPts val="0"/>
              </a:spcBef>
              <a:buNone/>
            </a:pPr>
            <a:r>
              <a:rPr lang="en-US" sz="400" dirty="0"/>
              <a:t>        let </a:t>
            </a:r>
            <a:r>
              <a:rPr lang="en-US" sz="400" dirty="0" err="1"/>
              <a:t>startX</a:t>
            </a:r>
            <a:r>
              <a:rPr lang="en-US" sz="400" dirty="0"/>
              <a:t> = </a:t>
            </a:r>
            <a:r>
              <a:rPr lang="en-US" sz="400" dirty="0" err="1"/>
              <a:t>currentX</a:t>
            </a:r>
            <a:r>
              <a:rPr lang="en-US" sz="400" dirty="0"/>
              <a:t>;</a:t>
            </a:r>
          </a:p>
          <a:p>
            <a:pPr marL="0" indent="0">
              <a:lnSpc>
                <a:spcPct val="120000"/>
              </a:lnSpc>
              <a:spcBef>
                <a:spcPts val="0"/>
              </a:spcBef>
              <a:buNone/>
            </a:pPr>
            <a:r>
              <a:rPr lang="en-US" sz="400" dirty="0"/>
              <a:t>        </a:t>
            </a:r>
            <a:r>
              <a:rPr lang="en-US" sz="400" dirty="0" err="1"/>
              <a:t>node.children.forEach</a:t>
            </a:r>
            <a:r>
              <a:rPr lang="en-US" sz="400" dirty="0"/>
              <a:t>(child =&gt; {</a:t>
            </a:r>
          </a:p>
          <a:p>
            <a:pPr marL="0" indent="0">
              <a:lnSpc>
                <a:spcPct val="120000"/>
              </a:lnSpc>
              <a:spcBef>
                <a:spcPts val="0"/>
              </a:spcBef>
              <a:buNone/>
            </a:pPr>
            <a:r>
              <a:rPr lang="en-US" sz="400" dirty="0"/>
              <a:t>          </a:t>
            </a:r>
            <a:r>
              <a:rPr lang="en-US" sz="400" dirty="0" err="1"/>
              <a:t>currentX</a:t>
            </a:r>
            <a:r>
              <a:rPr lang="en-US" sz="400" dirty="0"/>
              <a:t> += </a:t>
            </a:r>
            <a:r>
              <a:rPr lang="en-US" sz="400" dirty="0" err="1"/>
              <a:t>xSpacing</a:t>
            </a:r>
            <a:r>
              <a:rPr lang="en-US" sz="400" dirty="0"/>
              <a:t>;</a:t>
            </a:r>
          </a:p>
          <a:p>
            <a:pPr marL="0" indent="0">
              <a:lnSpc>
                <a:spcPct val="120000"/>
              </a:lnSpc>
              <a:spcBef>
                <a:spcPts val="0"/>
              </a:spcBef>
              <a:buNone/>
            </a:pPr>
            <a:r>
              <a:rPr lang="en-US" sz="400" dirty="0"/>
              <a:t>          </a:t>
            </a:r>
            <a:r>
              <a:rPr lang="en-US" sz="400" dirty="0" err="1"/>
              <a:t>drawNode</a:t>
            </a:r>
            <a:r>
              <a:rPr lang="en-US" sz="400" dirty="0"/>
              <a:t>(child, depth + 1, x, y);</a:t>
            </a:r>
          </a:p>
          <a:p>
            <a:pPr marL="0" indent="0">
              <a:lnSpc>
                <a:spcPct val="120000"/>
              </a:lnSpc>
              <a:spcBef>
                <a:spcPts val="0"/>
              </a:spcBef>
              <a:buNone/>
            </a:pPr>
            <a:r>
              <a:rPr lang="en-US" sz="400" dirty="0"/>
              <a:t>        });</a:t>
            </a:r>
          </a:p>
          <a:p>
            <a:pPr marL="0" indent="0">
              <a:lnSpc>
                <a:spcPct val="120000"/>
              </a:lnSpc>
              <a:spcBef>
                <a:spcPts val="0"/>
              </a:spcBef>
              <a:buNone/>
            </a:pPr>
            <a:r>
              <a:rPr lang="en-US" sz="400" dirty="0"/>
              <a:t>        </a:t>
            </a:r>
            <a:r>
              <a:rPr lang="en-US" sz="400" dirty="0" err="1"/>
              <a:t>currentX</a:t>
            </a:r>
            <a:r>
              <a:rPr lang="en-US" sz="400" dirty="0"/>
              <a:t> = (</a:t>
            </a:r>
            <a:r>
              <a:rPr lang="en-US" sz="400" dirty="0" err="1"/>
              <a:t>startX</a:t>
            </a:r>
            <a:r>
              <a:rPr lang="en-US" sz="400" dirty="0"/>
              <a:t> + </a:t>
            </a:r>
            <a:r>
              <a:rPr lang="en-US" sz="400" dirty="0" err="1"/>
              <a:t>currentX</a:t>
            </a:r>
            <a:r>
              <a:rPr lang="en-US" sz="400" dirty="0"/>
              <a:t> - </a:t>
            </a:r>
            <a:r>
              <a:rPr lang="en-US" sz="400" dirty="0" err="1"/>
              <a:t>xSpacing</a:t>
            </a:r>
            <a:r>
              <a:rPr lang="en-US" sz="400" dirty="0"/>
              <a:t>) / 2;</a:t>
            </a:r>
          </a:p>
          <a:p>
            <a:pPr marL="0" indent="0">
              <a:lnSpc>
                <a:spcPct val="120000"/>
              </a:lnSpc>
              <a:spcBef>
                <a:spcPts val="0"/>
              </a:spcBef>
              <a:buNone/>
            </a:pPr>
            <a:r>
              <a:rPr lang="en-US" sz="400" dirty="0"/>
              <a:t>      }</a:t>
            </a:r>
          </a:p>
          <a:p>
            <a:pPr marL="0" indent="0">
              <a:lnSpc>
                <a:spcPct val="120000"/>
              </a:lnSpc>
              <a:spcBef>
                <a:spcPts val="0"/>
              </a:spcBef>
              <a:buNone/>
            </a:pPr>
            <a:r>
              <a:rPr lang="en-US" sz="400" dirty="0"/>
              <a:t>    }</a:t>
            </a:r>
          </a:p>
          <a:p>
            <a:pPr marL="0" indent="0">
              <a:lnSpc>
                <a:spcPct val="120000"/>
              </a:lnSpc>
              <a:spcBef>
                <a:spcPts val="0"/>
              </a:spcBef>
              <a:buNone/>
            </a:pPr>
            <a:endParaRPr lang="en-US" sz="400" dirty="0"/>
          </a:p>
          <a:p>
            <a:pPr marL="0" indent="0">
              <a:lnSpc>
                <a:spcPct val="120000"/>
              </a:lnSpc>
              <a:spcBef>
                <a:spcPts val="0"/>
              </a:spcBef>
              <a:buNone/>
            </a:pPr>
            <a:r>
              <a:rPr lang="en-US" sz="400" dirty="0"/>
              <a:t>    </a:t>
            </a:r>
            <a:r>
              <a:rPr lang="en-US" sz="400" dirty="0" err="1"/>
              <a:t>drawNode</a:t>
            </a:r>
            <a:r>
              <a:rPr lang="en-US" sz="400" dirty="0"/>
              <a:t>(</a:t>
            </a:r>
            <a:r>
              <a:rPr lang="en-US" sz="400" dirty="0" err="1"/>
              <a:t>treeData</a:t>
            </a:r>
            <a:r>
              <a:rPr lang="en-US" sz="400" dirty="0"/>
              <a:t>, 0, null, null);</a:t>
            </a:r>
          </a:p>
          <a:p>
            <a:pPr marL="0" indent="0">
              <a:lnSpc>
                <a:spcPct val="120000"/>
              </a:lnSpc>
              <a:spcBef>
                <a:spcPts val="0"/>
              </a:spcBef>
              <a:buNone/>
            </a:pPr>
            <a:r>
              <a:rPr lang="en-US" sz="400" dirty="0"/>
              <a:t>	</a:t>
            </a:r>
          </a:p>
          <a:p>
            <a:pPr marL="0" indent="0">
              <a:lnSpc>
                <a:spcPct val="120000"/>
              </a:lnSpc>
              <a:spcBef>
                <a:spcPts val="0"/>
              </a:spcBef>
              <a:buNone/>
            </a:pPr>
            <a:r>
              <a:rPr lang="en-US" sz="400" dirty="0"/>
              <a:t>	</a:t>
            </a:r>
          </a:p>
          <a:p>
            <a:pPr marL="0" indent="0">
              <a:lnSpc>
                <a:spcPct val="120000"/>
              </a:lnSpc>
              <a:spcBef>
                <a:spcPts val="0"/>
              </a:spcBef>
              <a:buNone/>
            </a:pPr>
            <a:r>
              <a:rPr lang="en-US" sz="400" dirty="0"/>
              <a:t>	//********************************************************* the supervisory Robotics application is able to trigger any java script function with a single string as the parameter</a:t>
            </a:r>
          </a:p>
          <a:p>
            <a:pPr marL="0" indent="0">
              <a:lnSpc>
                <a:spcPct val="120000"/>
              </a:lnSpc>
              <a:spcBef>
                <a:spcPts val="0"/>
              </a:spcBef>
              <a:buNone/>
            </a:pPr>
            <a:r>
              <a:rPr lang="en-US" sz="400" dirty="0"/>
              <a:t>	//********************************************************* can likely do more parameters with ease as well as we pass as a full encoded string</a:t>
            </a:r>
          </a:p>
          <a:p>
            <a:pPr marL="0" indent="0">
              <a:lnSpc>
                <a:spcPct val="120000"/>
              </a:lnSpc>
              <a:spcBef>
                <a:spcPts val="0"/>
              </a:spcBef>
              <a:buNone/>
            </a:pPr>
            <a:r>
              <a:rPr lang="en-US" sz="400" dirty="0"/>
              <a:t>	</a:t>
            </a:r>
          </a:p>
          <a:p>
            <a:pPr marL="0" indent="0">
              <a:lnSpc>
                <a:spcPct val="120000"/>
              </a:lnSpc>
              <a:spcBef>
                <a:spcPts val="0"/>
              </a:spcBef>
              <a:buNone/>
            </a:pPr>
            <a:r>
              <a:rPr lang="en-US" sz="400" dirty="0"/>
              <a:t>	function </a:t>
            </a:r>
            <a:r>
              <a:rPr lang="en-US" sz="400" dirty="0" err="1"/>
              <a:t>MABScript</a:t>
            </a:r>
            <a:r>
              <a:rPr lang="en-US" sz="400" dirty="0"/>
              <a:t>(</a:t>
            </a:r>
            <a:r>
              <a:rPr lang="en-US" sz="400" dirty="0" err="1"/>
              <a:t>messageTxt</a:t>
            </a:r>
            <a:r>
              <a:rPr lang="en-US" sz="400" dirty="0"/>
              <a:t>) {</a:t>
            </a:r>
          </a:p>
          <a:p>
            <a:pPr marL="0" indent="0">
              <a:lnSpc>
                <a:spcPct val="120000"/>
              </a:lnSpc>
              <a:spcBef>
                <a:spcPts val="0"/>
              </a:spcBef>
              <a:buNone/>
            </a:pPr>
            <a:r>
              <a:rPr lang="en-US" sz="400" dirty="0"/>
              <a:t>	   alert(`You clicked </a:t>
            </a:r>
            <a:r>
              <a:rPr lang="en-US" sz="400" dirty="0" err="1"/>
              <a:t>onnnn</a:t>
            </a:r>
            <a:r>
              <a:rPr lang="en-US" sz="400" dirty="0"/>
              <a:t>: ${</a:t>
            </a:r>
            <a:r>
              <a:rPr lang="en-US" sz="400" dirty="0" err="1"/>
              <a:t>messageTxt</a:t>
            </a:r>
            <a:r>
              <a:rPr lang="en-US" sz="400" dirty="0"/>
              <a:t>}`);</a:t>
            </a:r>
          </a:p>
          <a:p>
            <a:pPr marL="0" indent="0">
              <a:lnSpc>
                <a:spcPct val="120000"/>
              </a:lnSpc>
              <a:spcBef>
                <a:spcPts val="0"/>
              </a:spcBef>
              <a:buNone/>
            </a:pPr>
            <a:r>
              <a:rPr lang="en-US" sz="400" dirty="0"/>
              <a:t>	}</a:t>
            </a:r>
          </a:p>
          <a:p>
            <a:pPr marL="0" indent="0">
              <a:lnSpc>
                <a:spcPct val="120000"/>
              </a:lnSpc>
              <a:spcBef>
                <a:spcPts val="0"/>
              </a:spcBef>
              <a:buNone/>
            </a:pPr>
            <a:endParaRPr lang="en-US" sz="400" dirty="0"/>
          </a:p>
          <a:p>
            <a:pPr marL="0" indent="0">
              <a:lnSpc>
                <a:spcPct val="120000"/>
              </a:lnSpc>
              <a:spcBef>
                <a:spcPts val="0"/>
              </a:spcBef>
              <a:buNone/>
            </a:pPr>
            <a:r>
              <a:rPr lang="en-US" sz="400" dirty="0"/>
              <a:t>	function </a:t>
            </a:r>
            <a:r>
              <a:rPr lang="en-US" sz="400" dirty="0" err="1"/>
              <a:t>getGreeting</a:t>
            </a:r>
            <a:r>
              <a:rPr lang="en-US" sz="400" dirty="0"/>
              <a:t>(name) {</a:t>
            </a:r>
          </a:p>
          <a:p>
            <a:pPr marL="0" indent="0">
              <a:lnSpc>
                <a:spcPct val="120000"/>
              </a:lnSpc>
              <a:spcBef>
                <a:spcPts val="0"/>
              </a:spcBef>
              <a:buNone/>
            </a:pPr>
            <a:r>
              <a:rPr lang="en-US" sz="400" dirty="0"/>
              <a:t>		return `back at </a:t>
            </a:r>
            <a:r>
              <a:rPr lang="en-US" sz="400" dirty="0" err="1"/>
              <a:t>ya</a:t>
            </a:r>
            <a:r>
              <a:rPr lang="en-US" sz="400" dirty="0"/>
              <a:t>, ${name}!`; //***we can and need return functions for some, we see this data</a:t>
            </a:r>
          </a:p>
          <a:p>
            <a:pPr marL="0" indent="0">
              <a:lnSpc>
                <a:spcPct val="120000"/>
              </a:lnSpc>
              <a:spcBef>
                <a:spcPts val="0"/>
              </a:spcBef>
              <a:buNone/>
            </a:pPr>
            <a:r>
              <a:rPr lang="en-US" sz="400" dirty="0"/>
              <a:t>	}</a:t>
            </a:r>
          </a:p>
          <a:p>
            <a:pPr marL="0" indent="0">
              <a:lnSpc>
                <a:spcPct val="120000"/>
              </a:lnSpc>
              <a:spcBef>
                <a:spcPts val="0"/>
              </a:spcBef>
              <a:buNone/>
            </a:pPr>
            <a:r>
              <a:rPr lang="en-US" sz="400" dirty="0"/>
              <a:t>	</a:t>
            </a:r>
          </a:p>
          <a:p>
            <a:pPr marL="0" indent="0">
              <a:lnSpc>
                <a:spcPct val="120000"/>
              </a:lnSpc>
              <a:spcBef>
                <a:spcPts val="0"/>
              </a:spcBef>
              <a:buNone/>
            </a:pPr>
            <a:r>
              <a:rPr lang="en-US" sz="400" dirty="0"/>
              <a:t>	function message(</a:t>
            </a:r>
            <a:r>
              <a:rPr lang="en-US" sz="400" dirty="0" err="1"/>
              <a:t>messageTxt</a:t>
            </a:r>
            <a:r>
              <a:rPr lang="en-US" sz="400" dirty="0"/>
              <a:t>) {</a:t>
            </a:r>
          </a:p>
          <a:p>
            <a:pPr marL="0" indent="0">
              <a:lnSpc>
                <a:spcPct val="120000"/>
              </a:lnSpc>
              <a:spcBef>
                <a:spcPts val="0"/>
              </a:spcBef>
              <a:buNone/>
            </a:pPr>
            <a:r>
              <a:rPr lang="en-US" sz="400" dirty="0"/>
              <a:t>	   alert(`script called with parameter: ${</a:t>
            </a:r>
            <a:r>
              <a:rPr lang="en-US" sz="400" dirty="0" err="1"/>
              <a:t>messageTxt</a:t>
            </a:r>
            <a:r>
              <a:rPr lang="en-US" sz="400" dirty="0"/>
              <a:t>}`);</a:t>
            </a:r>
          </a:p>
          <a:p>
            <a:pPr marL="0" indent="0">
              <a:lnSpc>
                <a:spcPct val="120000"/>
              </a:lnSpc>
              <a:spcBef>
                <a:spcPts val="0"/>
              </a:spcBef>
              <a:buNone/>
            </a:pPr>
            <a:r>
              <a:rPr lang="en-US" sz="400" dirty="0"/>
              <a:t>	}</a:t>
            </a:r>
          </a:p>
          <a:p>
            <a:pPr marL="0" indent="0">
              <a:lnSpc>
                <a:spcPct val="120000"/>
              </a:lnSpc>
              <a:spcBef>
                <a:spcPts val="0"/>
              </a:spcBef>
              <a:buNone/>
            </a:pPr>
            <a:r>
              <a:rPr lang="en-US" sz="400" dirty="0"/>
              <a:t>	</a:t>
            </a:r>
          </a:p>
          <a:p>
            <a:pPr marL="0" indent="0">
              <a:lnSpc>
                <a:spcPct val="120000"/>
              </a:lnSpc>
              <a:spcBef>
                <a:spcPts val="0"/>
              </a:spcBef>
              <a:buNone/>
            </a:pPr>
            <a:r>
              <a:rPr lang="en-US" sz="400" dirty="0"/>
              <a:t>	function </a:t>
            </a:r>
            <a:r>
              <a:rPr lang="en-US" sz="400" dirty="0" err="1"/>
              <a:t>setBackground</a:t>
            </a:r>
            <a:r>
              <a:rPr lang="en-US" sz="400" dirty="0"/>
              <a:t>(color) {  // will likely want some visual adjustment style functions to be available</a:t>
            </a:r>
          </a:p>
          <a:p>
            <a:pPr marL="0" indent="0">
              <a:lnSpc>
                <a:spcPct val="120000"/>
              </a:lnSpc>
              <a:spcBef>
                <a:spcPts val="0"/>
              </a:spcBef>
              <a:buNone/>
            </a:pPr>
            <a:r>
              <a:rPr lang="en-US" sz="400" dirty="0"/>
              <a:t>		</a:t>
            </a:r>
            <a:r>
              <a:rPr lang="en-US" sz="400" dirty="0" err="1"/>
              <a:t>document.body.style.backgroundColor</a:t>
            </a:r>
            <a:r>
              <a:rPr lang="en-US" sz="400" dirty="0"/>
              <a:t> = color;</a:t>
            </a:r>
          </a:p>
          <a:p>
            <a:pPr marL="0" indent="0">
              <a:lnSpc>
                <a:spcPct val="120000"/>
              </a:lnSpc>
              <a:spcBef>
                <a:spcPts val="0"/>
              </a:spcBef>
              <a:buNone/>
            </a:pPr>
            <a:r>
              <a:rPr lang="en-US" sz="400" dirty="0"/>
              <a:t>		alert(`script called with parameter: ${color}`);</a:t>
            </a:r>
          </a:p>
          <a:p>
            <a:pPr marL="0" indent="0">
              <a:lnSpc>
                <a:spcPct val="120000"/>
              </a:lnSpc>
              <a:spcBef>
                <a:spcPts val="0"/>
              </a:spcBef>
              <a:buNone/>
            </a:pPr>
            <a:r>
              <a:rPr lang="en-US" sz="400" dirty="0"/>
              <a:t>	}</a:t>
            </a:r>
          </a:p>
          <a:p>
            <a:pPr marL="0" indent="0">
              <a:lnSpc>
                <a:spcPct val="120000"/>
              </a:lnSpc>
              <a:spcBef>
                <a:spcPts val="0"/>
              </a:spcBef>
              <a:buNone/>
            </a:pPr>
            <a:r>
              <a:rPr lang="en-US" sz="400" dirty="0"/>
              <a:t>	</a:t>
            </a:r>
          </a:p>
          <a:p>
            <a:pPr marL="0" indent="0">
              <a:lnSpc>
                <a:spcPct val="120000"/>
              </a:lnSpc>
              <a:spcBef>
                <a:spcPts val="0"/>
              </a:spcBef>
              <a:buNone/>
            </a:pPr>
            <a:r>
              <a:rPr lang="en-US" sz="400" dirty="0"/>
              <a:t>	// -------------------------------</a:t>
            </a:r>
          </a:p>
          <a:p>
            <a:pPr marL="0" indent="0">
              <a:lnSpc>
                <a:spcPct val="120000"/>
              </a:lnSpc>
              <a:spcBef>
                <a:spcPts val="0"/>
              </a:spcBef>
              <a:buNone/>
            </a:pPr>
            <a:r>
              <a:rPr lang="en-US" sz="400" dirty="0"/>
              <a:t>    // SEND message to C#</a:t>
            </a:r>
          </a:p>
          <a:p>
            <a:pPr marL="0" indent="0">
              <a:lnSpc>
                <a:spcPct val="120000"/>
              </a:lnSpc>
              <a:spcBef>
                <a:spcPts val="0"/>
              </a:spcBef>
              <a:buNone/>
            </a:pPr>
            <a:r>
              <a:rPr lang="en-US" sz="400" dirty="0"/>
              <a:t>    // -------------------------------</a:t>
            </a:r>
          </a:p>
          <a:p>
            <a:pPr marL="0" indent="0">
              <a:lnSpc>
                <a:spcPct val="120000"/>
              </a:lnSpc>
              <a:spcBef>
                <a:spcPts val="0"/>
              </a:spcBef>
              <a:buNone/>
            </a:pPr>
            <a:r>
              <a:rPr lang="en-US" sz="400" dirty="0"/>
              <a:t>	//THIS IS THE IMPORTANT FUNCTION THAT ALL WEB PAGE ACTIVITIES NEED THAT TRIGGER EXTERNAL REAPONSIVE ACTOIVITY form the Supervisory </a:t>
            </a:r>
            <a:r>
              <a:rPr lang="en-US" sz="400" dirty="0" err="1"/>
              <a:t>Roboatics</a:t>
            </a:r>
            <a:r>
              <a:rPr lang="en-US" sz="400" dirty="0"/>
              <a:t> application</a:t>
            </a:r>
          </a:p>
          <a:p>
            <a:pPr marL="0" indent="0">
              <a:lnSpc>
                <a:spcPct val="120000"/>
              </a:lnSpc>
              <a:spcBef>
                <a:spcPts val="0"/>
              </a:spcBef>
              <a:buNone/>
            </a:pPr>
            <a:r>
              <a:rPr lang="en-US" sz="400" dirty="0"/>
              <a:t>	function </a:t>
            </a:r>
            <a:r>
              <a:rPr lang="en-US" sz="400" dirty="0" err="1"/>
              <a:t>webPageActivity</a:t>
            </a:r>
            <a:r>
              <a:rPr lang="en-US" sz="400" dirty="0"/>
              <a:t>(txt) {</a:t>
            </a:r>
          </a:p>
          <a:p>
            <a:pPr marL="0" indent="0">
              <a:lnSpc>
                <a:spcPct val="120000"/>
              </a:lnSpc>
              <a:spcBef>
                <a:spcPts val="0"/>
              </a:spcBef>
              <a:buNone/>
            </a:pPr>
            <a:r>
              <a:rPr lang="en-US" sz="400" dirty="0"/>
              <a:t>		</a:t>
            </a:r>
            <a:r>
              <a:rPr lang="en-US" sz="400" dirty="0" err="1"/>
              <a:t>window.chrome.webview.postMessage</a:t>
            </a:r>
            <a:r>
              <a:rPr lang="en-US" sz="400" dirty="0"/>
              <a:t>("</a:t>
            </a:r>
            <a:r>
              <a:rPr lang="en-US" sz="400" dirty="0" err="1"/>
              <a:t>MABScript</a:t>
            </a:r>
            <a:r>
              <a:rPr lang="en-US" sz="400" dirty="0"/>
              <a:t> was called with: " + txt);</a:t>
            </a:r>
          </a:p>
          <a:p>
            <a:pPr marL="0" indent="0">
              <a:lnSpc>
                <a:spcPct val="120000"/>
              </a:lnSpc>
              <a:spcBef>
                <a:spcPts val="0"/>
              </a:spcBef>
              <a:buNone/>
            </a:pPr>
            <a:r>
              <a:rPr lang="en-US" sz="400" dirty="0"/>
              <a:t>	}</a:t>
            </a:r>
          </a:p>
          <a:p>
            <a:pPr marL="0" indent="0">
              <a:lnSpc>
                <a:spcPct val="120000"/>
              </a:lnSpc>
              <a:spcBef>
                <a:spcPts val="0"/>
              </a:spcBef>
              <a:buNone/>
            </a:pPr>
            <a:r>
              <a:rPr lang="en-US" sz="400" dirty="0"/>
              <a:t>	</a:t>
            </a:r>
          </a:p>
          <a:p>
            <a:pPr marL="0" indent="0">
              <a:lnSpc>
                <a:spcPct val="120000"/>
              </a:lnSpc>
              <a:spcBef>
                <a:spcPts val="0"/>
              </a:spcBef>
              <a:buNone/>
            </a:pPr>
            <a:r>
              <a:rPr lang="en-US" sz="400" dirty="0"/>
              <a:t>	</a:t>
            </a:r>
          </a:p>
          <a:p>
            <a:pPr marL="0" indent="0">
              <a:lnSpc>
                <a:spcPct val="120000"/>
              </a:lnSpc>
              <a:spcBef>
                <a:spcPts val="0"/>
              </a:spcBef>
              <a:buNone/>
            </a:pPr>
            <a:r>
              <a:rPr lang="en-US" sz="400" dirty="0"/>
              <a:t>   </a:t>
            </a:r>
          </a:p>
          <a:p>
            <a:pPr marL="0" indent="0">
              <a:lnSpc>
                <a:spcPct val="120000"/>
              </a:lnSpc>
              <a:spcBef>
                <a:spcPts val="0"/>
              </a:spcBef>
              <a:buNone/>
            </a:pPr>
            <a:r>
              <a:rPr lang="en-US" sz="400" dirty="0"/>
              <a:t>	</a:t>
            </a:r>
          </a:p>
          <a:p>
            <a:pPr marL="0" indent="0">
              <a:lnSpc>
                <a:spcPct val="120000"/>
              </a:lnSpc>
              <a:spcBef>
                <a:spcPts val="0"/>
              </a:spcBef>
              <a:buNone/>
            </a:pPr>
            <a:r>
              <a:rPr lang="en-US" sz="400" dirty="0"/>
              <a:t>/*C:\_DEVEL_\WebView2Embedder\WebView2-VS Embed-</a:t>
            </a:r>
            <a:r>
              <a:rPr lang="en-US" sz="400" dirty="0" err="1"/>
              <a:t>vB</a:t>
            </a:r>
            <a:r>
              <a:rPr lang="en-US" sz="400" dirty="0"/>
              <a:t>/WinFormsApp.sln*/</a:t>
            </a:r>
          </a:p>
          <a:p>
            <a:pPr marL="0" indent="0">
              <a:lnSpc>
                <a:spcPct val="120000"/>
              </a:lnSpc>
              <a:spcBef>
                <a:spcPts val="0"/>
              </a:spcBef>
              <a:buNone/>
            </a:pPr>
            <a:r>
              <a:rPr lang="en-US" sz="400" dirty="0"/>
              <a:t>/*C:\</a:t>
            </a:r>
            <a:r>
              <a:rPr lang="en-US" sz="400" dirty="0" err="1"/>
              <a:t>comprehensiveROBOTICSsolution</a:t>
            </a:r>
            <a:r>
              <a:rPr lang="en-US" sz="400" dirty="0"/>
              <a:t>\HMI/treeviewGraphicalTest.html*/</a:t>
            </a:r>
          </a:p>
          <a:p>
            <a:pPr marL="0" indent="0">
              <a:lnSpc>
                <a:spcPct val="120000"/>
              </a:lnSpc>
              <a:spcBef>
                <a:spcPts val="0"/>
              </a:spcBef>
              <a:buNone/>
            </a:pPr>
            <a:r>
              <a:rPr lang="en-US" sz="400" dirty="0"/>
              <a:t>/*C:\_DEVEL_\WebView2Embedder/WebView2Browser.vi*/</a:t>
            </a:r>
          </a:p>
          <a:p>
            <a:pPr marL="0" indent="0">
              <a:lnSpc>
                <a:spcPct val="120000"/>
              </a:lnSpc>
              <a:spcBef>
                <a:spcPts val="0"/>
              </a:spcBef>
              <a:buNone/>
            </a:pPr>
            <a:r>
              <a:rPr lang="en-US" sz="400" dirty="0"/>
              <a:t>	</a:t>
            </a:r>
          </a:p>
          <a:p>
            <a:pPr marL="0" indent="0">
              <a:lnSpc>
                <a:spcPct val="120000"/>
              </a:lnSpc>
              <a:spcBef>
                <a:spcPts val="0"/>
              </a:spcBef>
              <a:buNone/>
            </a:pPr>
            <a:r>
              <a:rPr lang="en-US" sz="400" dirty="0"/>
              <a:t>  &lt;/script&gt;</a:t>
            </a:r>
          </a:p>
          <a:p>
            <a:pPr marL="0" indent="0">
              <a:lnSpc>
                <a:spcPct val="120000"/>
              </a:lnSpc>
              <a:spcBef>
                <a:spcPts val="0"/>
              </a:spcBef>
              <a:buNone/>
            </a:pPr>
            <a:r>
              <a:rPr lang="en-US" sz="400" dirty="0"/>
              <a:t>&lt;/body&gt;</a:t>
            </a:r>
          </a:p>
          <a:p>
            <a:pPr marL="0" indent="0">
              <a:lnSpc>
                <a:spcPct val="120000"/>
              </a:lnSpc>
              <a:spcBef>
                <a:spcPts val="0"/>
              </a:spcBef>
              <a:buNone/>
            </a:pPr>
            <a:r>
              <a:rPr lang="en-US" sz="400" dirty="0"/>
              <a:t>&lt;/html&gt;</a:t>
            </a:r>
          </a:p>
          <a:p>
            <a:pPr marL="0" indent="0">
              <a:lnSpc>
                <a:spcPct val="120000"/>
              </a:lnSpc>
              <a:spcBef>
                <a:spcPts val="0"/>
              </a:spcBef>
              <a:buNone/>
            </a:pPr>
            <a:endParaRPr lang="en-US" sz="400" dirty="0"/>
          </a:p>
        </p:txBody>
      </p:sp>
    </p:spTree>
    <p:extLst>
      <p:ext uri="{BB962C8B-B14F-4D97-AF65-F5344CB8AC3E}">
        <p14:creationId xmlns:p14="http://schemas.microsoft.com/office/powerpoint/2010/main" val="385601665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1F50B0B-E34E-6B4A-63B8-6B8404741FFC}"/>
              </a:ext>
            </a:extLst>
          </p:cNvPr>
          <p:cNvSpPr>
            <a:spLocks noGrp="1"/>
          </p:cNvSpPr>
          <p:nvPr>
            <p:ph type="title"/>
          </p:nvPr>
        </p:nvSpPr>
        <p:spPr/>
        <p:txBody>
          <a:bodyPr/>
          <a:lstStyle/>
          <a:p>
            <a:r>
              <a:rPr lang="en-US" dirty="0"/>
              <a:t>Interaction with Supervisory Application</a:t>
            </a:r>
          </a:p>
        </p:txBody>
      </p:sp>
      <p:sp>
        <p:nvSpPr>
          <p:cNvPr id="3" name="Content Placeholder 2">
            <a:extLst>
              <a:ext uri="{FF2B5EF4-FFF2-40B4-BE49-F238E27FC236}">
                <a16:creationId xmlns:a16="http://schemas.microsoft.com/office/drawing/2014/main" id="{3B58FED8-4AA0-18D8-4B73-62D43228788C}"/>
              </a:ext>
            </a:extLst>
          </p:cNvPr>
          <p:cNvSpPr>
            <a:spLocks noGrp="1"/>
          </p:cNvSpPr>
          <p:nvPr>
            <p:ph idx="1"/>
          </p:nvPr>
        </p:nvSpPr>
        <p:spPr/>
        <p:txBody>
          <a:bodyPr/>
          <a:lstStyle/>
          <a:p>
            <a:pPr marL="0" indent="0">
              <a:buNone/>
            </a:pPr>
            <a:r>
              <a:rPr lang="en-US" dirty="0"/>
              <a:t>From supervisory Application</a:t>
            </a:r>
          </a:p>
          <a:p>
            <a:r>
              <a:rPr lang="en-US" dirty="0"/>
              <a:t>Initialize display</a:t>
            </a:r>
          </a:p>
          <a:p>
            <a:pPr lvl="1"/>
            <a:r>
              <a:rPr lang="en-US" dirty="0"/>
              <a:t>Sends info for list build</a:t>
            </a:r>
          </a:p>
          <a:p>
            <a:pPr lvl="1"/>
            <a:r>
              <a:rPr lang="en-US" dirty="0"/>
              <a:t>Can be multiple calls, or whatever is needed to send full menu structure info</a:t>
            </a:r>
          </a:p>
          <a:p>
            <a:r>
              <a:rPr lang="en-US" dirty="0"/>
              <a:t>Update display</a:t>
            </a:r>
          </a:p>
          <a:p>
            <a:pPr lvl="1"/>
            <a:r>
              <a:rPr lang="en-US" dirty="0"/>
              <a:t>Supervisory application will have live data and live status info for each item in the menu structure which will need to be refreshed (button enables based on status, change in subtext info, etc.)</a:t>
            </a:r>
          </a:p>
          <a:p>
            <a:pPr marL="0" indent="0">
              <a:buNone/>
            </a:pPr>
            <a:endParaRPr lang="en-US" dirty="0"/>
          </a:p>
          <a:p>
            <a:pPr marL="0" indent="0">
              <a:buNone/>
            </a:pPr>
            <a:r>
              <a:rPr lang="en-US" dirty="0"/>
              <a:t>To Supervisory Application</a:t>
            </a:r>
          </a:p>
          <a:p>
            <a:r>
              <a:rPr lang="en-US" dirty="0"/>
              <a:t>Button presses to trigger actions</a:t>
            </a:r>
          </a:p>
          <a:p>
            <a:r>
              <a:rPr lang="en-US" dirty="0"/>
              <a:t>Active sub menu (to know which nodes need to be updated for live data)</a:t>
            </a:r>
          </a:p>
        </p:txBody>
      </p:sp>
    </p:spTree>
    <p:extLst>
      <p:ext uri="{BB962C8B-B14F-4D97-AF65-F5344CB8AC3E}">
        <p14:creationId xmlns:p14="http://schemas.microsoft.com/office/powerpoint/2010/main" val="224414768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B28208D-0FE1-57B9-AEFD-321BFD9D9C20}"/>
              </a:ext>
            </a:extLst>
          </p:cNvPr>
          <p:cNvSpPr>
            <a:spLocks noGrp="1"/>
          </p:cNvSpPr>
          <p:nvPr>
            <p:ph type="title"/>
          </p:nvPr>
        </p:nvSpPr>
        <p:spPr/>
        <p:txBody>
          <a:bodyPr/>
          <a:lstStyle/>
          <a:p>
            <a:r>
              <a:rPr lang="en-US" dirty="0"/>
              <a:t>Related Code </a:t>
            </a:r>
            <a:r>
              <a:rPr lang="en-US" dirty="0" err="1"/>
              <a:t>Snipents</a:t>
            </a:r>
            <a:endParaRPr lang="en-US" dirty="0"/>
          </a:p>
        </p:txBody>
      </p:sp>
      <p:sp>
        <p:nvSpPr>
          <p:cNvPr id="3" name="Content Placeholder 2">
            <a:extLst>
              <a:ext uri="{FF2B5EF4-FFF2-40B4-BE49-F238E27FC236}">
                <a16:creationId xmlns:a16="http://schemas.microsoft.com/office/drawing/2014/main" id="{B72A6C11-8F20-639F-D420-A5B98CDC4551}"/>
              </a:ext>
            </a:extLst>
          </p:cNvPr>
          <p:cNvSpPr>
            <a:spLocks noGrp="1"/>
          </p:cNvSpPr>
          <p:nvPr>
            <p:ph idx="1"/>
          </p:nvPr>
        </p:nvSpPr>
        <p:spPr/>
        <p:txBody>
          <a:bodyPr/>
          <a:lstStyle/>
          <a:p>
            <a:r>
              <a:rPr lang="en-US" dirty="0" err="1"/>
              <a:t>webPageActivity</a:t>
            </a:r>
            <a:r>
              <a:rPr lang="en-US" dirty="0"/>
              <a:t>(string);   </a:t>
            </a:r>
          </a:p>
          <a:p>
            <a:pPr lvl="1"/>
            <a:r>
              <a:rPr lang="en-US" dirty="0"/>
              <a:t>Sends a string to the supervisory application when something is clicked</a:t>
            </a:r>
          </a:p>
          <a:p>
            <a:pPr lvl="1"/>
            <a:r>
              <a:rPr lang="en-US" dirty="0"/>
              <a:t>This needs to be incorporated in your menu java code</a:t>
            </a:r>
          </a:p>
          <a:p>
            <a:pPr lvl="1"/>
            <a:endParaRPr lang="en-US" dirty="0"/>
          </a:p>
          <a:p>
            <a:pPr lvl="1"/>
            <a:endParaRPr lang="en-US" dirty="0"/>
          </a:p>
          <a:p>
            <a:pPr lvl="1"/>
            <a:endParaRPr lang="en-US" dirty="0"/>
          </a:p>
          <a:p>
            <a:r>
              <a:rPr lang="en-US" dirty="0"/>
              <a:t>We can call (trigger) from our supervisory application any java script function.  Easiest if they receive a single string as the parameter, but can send multiple parameters too as needed.</a:t>
            </a:r>
          </a:p>
          <a:p>
            <a:r>
              <a:rPr lang="en-US" dirty="0"/>
              <a:t>These will be for initialization and updates to the live display data</a:t>
            </a:r>
          </a:p>
          <a:p>
            <a:pPr lvl="1"/>
            <a:endParaRPr lang="en-US" dirty="0"/>
          </a:p>
        </p:txBody>
      </p:sp>
      <p:pic>
        <p:nvPicPr>
          <p:cNvPr id="5" name="Picture 4" descr="A screenshot of a computer&#10;&#10;AI-generated content may be incorrect.">
            <a:extLst>
              <a:ext uri="{FF2B5EF4-FFF2-40B4-BE49-F238E27FC236}">
                <a16:creationId xmlns:a16="http://schemas.microsoft.com/office/drawing/2014/main" id="{E50C1B8E-D2C9-FC41-31E6-6B465AF61FC9}"/>
              </a:ext>
            </a:extLst>
          </p:cNvPr>
          <p:cNvPicPr>
            <a:picLocks noChangeAspect="1"/>
          </p:cNvPicPr>
          <p:nvPr/>
        </p:nvPicPr>
        <p:blipFill>
          <a:blip r:embed="rId2"/>
          <a:stretch>
            <a:fillRect/>
          </a:stretch>
        </p:blipFill>
        <p:spPr>
          <a:xfrm>
            <a:off x="3532305" y="4019162"/>
            <a:ext cx="3705742" cy="628738"/>
          </a:xfrm>
          <a:prstGeom prst="rect">
            <a:avLst/>
          </a:prstGeom>
        </p:spPr>
      </p:pic>
      <p:pic>
        <p:nvPicPr>
          <p:cNvPr id="7" name="Picture 6" descr="A screen shot of a computer code&#10;&#10;AI-generated content may be incorrect.">
            <a:extLst>
              <a:ext uri="{FF2B5EF4-FFF2-40B4-BE49-F238E27FC236}">
                <a16:creationId xmlns:a16="http://schemas.microsoft.com/office/drawing/2014/main" id="{A5A8D060-AEB2-8C26-5D23-35331C7E7910}"/>
              </a:ext>
            </a:extLst>
          </p:cNvPr>
          <p:cNvPicPr>
            <a:picLocks noChangeAspect="1"/>
          </p:cNvPicPr>
          <p:nvPr/>
        </p:nvPicPr>
        <p:blipFill>
          <a:blip r:embed="rId3"/>
          <a:stretch>
            <a:fillRect/>
          </a:stretch>
        </p:blipFill>
        <p:spPr>
          <a:xfrm>
            <a:off x="0" y="7287049"/>
            <a:ext cx="7772400" cy="1772497"/>
          </a:xfrm>
          <a:prstGeom prst="rect">
            <a:avLst/>
          </a:prstGeom>
        </p:spPr>
      </p:pic>
    </p:spTree>
    <p:extLst>
      <p:ext uri="{BB962C8B-B14F-4D97-AF65-F5344CB8AC3E}">
        <p14:creationId xmlns:p14="http://schemas.microsoft.com/office/powerpoint/2010/main" val="65758162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7F751BB0-6700-FD42-9619-32ABE548E1F2}"/>
              </a:ext>
            </a:extLst>
          </p:cNvPr>
          <p:cNvSpPr>
            <a:spLocks noGrp="1"/>
          </p:cNvSpPr>
          <p:nvPr>
            <p:ph type="ctrTitle"/>
          </p:nvPr>
        </p:nvSpPr>
        <p:spPr/>
        <p:txBody>
          <a:bodyPr/>
          <a:lstStyle/>
          <a:p>
            <a:r>
              <a:rPr lang="en-US" dirty="0"/>
              <a:t>KICKOFF</a:t>
            </a:r>
          </a:p>
        </p:txBody>
      </p:sp>
      <p:sp>
        <p:nvSpPr>
          <p:cNvPr id="5" name="Subtitle 4">
            <a:extLst>
              <a:ext uri="{FF2B5EF4-FFF2-40B4-BE49-F238E27FC236}">
                <a16:creationId xmlns:a16="http://schemas.microsoft.com/office/drawing/2014/main" id="{CFE12649-68FB-0B4C-14EC-848B78B2E336}"/>
              </a:ext>
            </a:extLst>
          </p:cNvPr>
          <p:cNvSpPr>
            <a:spLocks noGrp="1"/>
          </p:cNvSpPr>
          <p:nvPr>
            <p:ph type="subTitle" idx="1"/>
          </p:nvPr>
        </p:nvSpPr>
        <p:spPr/>
        <p:txBody>
          <a:bodyPr/>
          <a:lstStyle/>
          <a:p>
            <a:endParaRPr lang="en-US"/>
          </a:p>
        </p:txBody>
      </p:sp>
    </p:spTree>
    <p:extLst>
      <p:ext uri="{BB962C8B-B14F-4D97-AF65-F5344CB8AC3E}">
        <p14:creationId xmlns:p14="http://schemas.microsoft.com/office/powerpoint/2010/main" val="21100785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0AB98A2-66C5-AFCC-E2C0-F7DD65C92058}"/>
              </a:ext>
            </a:extLst>
          </p:cNvPr>
          <p:cNvSpPr>
            <a:spLocks noGrp="1"/>
          </p:cNvSpPr>
          <p:nvPr>
            <p:ph type="title"/>
          </p:nvPr>
        </p:nvSpPr>
        <p:spPr/>
        <p:txBody>
          <a:bodyPr/>
          <a:lstStyle/>
          <a:p>
            <a:r>
              <a:rPr lang="en-US" dirty="0"/>
              <a:t>PROJECT INITIATION</a:t>
            </a:r>
          </a:p>
        </p:txBody>
      </p:sp>
      <p:sp>
        <p:nvSpPr>
          <p:cNvPr id="3" name="Content Placeholder 2">
            <a:extLst>
              <a:ext uri="{FF2B5EF4-FFF2-40B4-BE49-F238E27FC236}">
                <a16:creationId xmlns:a16="http://schemas.microsoft.com/office/drawing/2014/main" id="{58495294-57DE-4A17-6E40-B242593A5B76}"/>
              </a:ext>
            </a:extLst>
          </p:cNvPr>
          <p:cNvSpPr>
            <a:spLocks noGrp="1"/>
          </p:cNvSpPr>
          <p:nvPr>
            <p:ph idx="1"/>
          </p:nvPr>
        </p:nvSpPr>
        <p:spPr/>
        <p:txBody>
          <a:bodyPr>
            <a:normAutofit fontScale="85000" lnSpcReduction="20000"/>
          </a:bodyPr>
          <a:lstStyle/>
          <a:p>
            <a:r>
              <a:rPr lang="en-US" dirty="0"/>
              <a:t>Each installation has a different set of Robo-Apps, and customization options</a:t>
            </a:r>
          </a:p>
          <a:p>
            <a:pPr marL="0" indent="0">
              <a:buNone/>
            </a:pPr>
            <a:endParaRPr lang="en-US" dirty="0"/>
          </a:p>
          <a:p>
            <a:r>
              <a:rPr lang="en-US" dirty="0"/>
              <a:t>Customizable options</a:t>
            </a:r>
          </a:p>
          <a:p>
            <a:pPr lvl="1"/>
            <a:r>
              <a:rPr lang="en-US" dirty="0"/>
              <a:t>This file: SmartViewLayout-Glass.csv contains the rules for the example shown in the video sent.</a:t>
            </a:r>
          </a:p>
          <a:p>
            <a:r>
              <a:rPr lang="en-US" dirty="0"/>
              <a:t>We also have a set of system Robo-Apps that are displayed in a menu.</a:t>
            </a:r>
          </a:p>
          <a:p>
            <a:pPr lvl="1"/>
            <a:r>
              <a:rPr lang="en-US" dirty="0"/>
              <a:t>The file ModuleLayout-Glass.csv defines those.</a:t>
            </a:r>
          </a:p>
          <a:p>
            <a:endParaRPr lang="en-US" dirty="0"/>
          </a:p>
          <a:p>
            <a:r>
              <a:rPr lang="en-US" dirty="0"/>
              <a:t>I don’t want to change the </a:t>
            </a:r>
            <a:r>
              <a:rPr lang="en-US" dirty="0" err="1"/>
              <a:t>ModuleLayout</a:t>
            </a:r>
            <a:r>
              <a:rPr lang="en-US" dirty="0"/>
              <a:t> file, but I am very open to a change in the structure and definition of the </a:t>
            </a:r>
            <a:r>
              <a:rPr lang="en-US" dirty="0" err="1"/>
              <a:t>SmartViewLayout</a:t>
            </a:r>
            <a:r>
              <a:rPr lang="en-US" dirty="0"/>
              <a:t> file.</a:t>
            </a:r>
          </a:p>
          <a:p>
            <a:r>
              <a:rPr lang="en-US" dirty="0"/>
              <a:t>I am sure it can be improved to better match your menu structure, and simplify functionality.</a:t>
            </a:r>
          </a:p>
          <a:p>
            <a:r>
              <a:rPr lang="en-US" dirty="0"/>
              <a:t>These are files that we create, and edit when deploying a new installation</a:t>
            </a:r>
          </a:p>
          <a:p>
            <a:endParaRPr lang="en-US" dirty="0"/>
          </a:p>
          <a:p>
            <a:r>
              <a:rPr lang="en-US" dirty="0"/>
              <a:t>I expect that my supervisory application will be responsible to manage the subset of items that are to be in the active menu, and not make you get into the weeds of all the rules of our supervisory application, but I will give you a little background in the interest of understanding</a:t>
            </a:r>
          </a:p>
          <a:p>
            <a:endParaRPr lang="en-US" dirty="0"/>
          </a:p>
        </p:txBody>
      </p:sp>
    </p:spTree>
    <p:extLst>
      <p:ext uri="{BB962C8B-B14F-4D97-AF65-F5344CB8AC3E}">
        <p14:creationId xmlns:p14="http://schemas.microsoft.com/office/powerpoint/2010/main" val="269535020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F5916D6-C0E5-AAE5-3766-109259E23B95}"/>
              </a:ext>
            </a:extLst>
          </p:cNvPr>
          <p:cNvSpPr>
            <a:spLocks noGrp="1"/>
          </p:cNvSpPr>
          <p:nvPr>
            <p:ph type="title"/>
          </p:nvPr>
        </p:nvSpPr>
        <p:spPr/>
        <p:txBody>
          <a:bodyPr/>
          <a:lstStyle/>
          <a:p>
            <a:r>
              <a:rPr lang="en-US" dirty="0"/>
              <a:t>Application Background</a:t>
            </a:r>
          </a:p>
        </p:txBody>
      </p:sp>
      <p:sp>
        <p:nvSpPr>
          <p:cNvPr id="3" name="Content Placeholder 2">
            <a:extLst>
              <a:ext uri="{FF2B5EF4-FFF2-40B4-BE49-F238E27FC236}">
                <a16:creationId xmlns:a16="http://schemas.microsoft.com/office/drawing/2014/main" id="{49C88AFE-F644-5EDB-96B7-B49F2CC50F97}"/>
              </a:ext>
            </a:extLst>
          </p:cNvPr>
          <p:cNvSpPr>
            <a:spLocks noGrp="1"/>
          </p:cNvSpPr>
          <p:nvPr>
            <p:ph idx="1"/>
          </p:nvPr>
        </p:nvSpPr>
        <p:spPr/>
        <p:txBody>
          <a:bodyPr>
            <a:normAutofit fontScale="92500" lnSpcReduction="10000"/>
          </a:bodyPr>
          <a:lstStyle/>
          <a:p>
            <a:r>
              <a:rPr lang="en-US" dirty="0"/>
              <a:t>Our software platform is designed to manage robotic applications with a higher level functionality.</a:t>
            </a:r>
          </a:p>
          <a:p>
            <a:r>
              <a:rPr lang="en-US" dirty="0"/>
              <a:t>Instead of hard coding each step and rule, we create a set of “actions” that blend robot motion, a hand or tool for the robot, and rules for the zone.</a:t>
            </a:r>
          </a:p>
          <a:p>
            <a:r>
              <a:rPr lang="en-US" dirty="0"/>
              <a:t>By defining these actions as independent items, all of the software that would normally be needed to manage motion restrictions, handshaking, and mixed flow rules and sequencing are automatically generated.</a:t>
            </a:r>
          </a:p>
          <a:p>
            <a:r>
              <a:rPr lang="en-US" dirty="0"/>
              <a:t>By nature of this design we can move the robot in a map structure much like you would find a route to drive your car (destination based, and all the turns are automatically calculated)</a:t>
            </a:r>
          </a:p>
          <a:p>
            <a:r>
              <a:rPr lang="en-US" dirty="0"/>
              <a:t>The “Actions” are a combination of a robot, a TOOL Robo-App and a PROCESS Robo-App.</a:t>
            </a:r>
          </a:p>
          <a:p>
            <a:r>
              <a:rPr lang="en-US" dirty="0"/>
              <a:t>Each of these apps have various low level devices and functions.</a:t>
            </a:r>
          </a:p>
          <a:p>
            <a:r>
              <a:rPr lang="en-US" dirty="0"/>
              <a:t>The menu structure provides access to these manual/convenience controls, as well as triggering higher level actions.</a:t>
            </a:r>
          </a:p>
          <a:p>
            <a:endParaRPr lang="en-US" dirty="0"/>
          </a:p>
        </p:txBody>
      </p:sp>
    </p:spTree>
    <p:extLst>
      <p:ext uri="{BB962C8B-B14F-4D97-AF65-F5344CB8AC3E}">
        <p14:creationId xmlns:p14="http://schemas.microsoft.com/office/powerpoint/2010/main" val="3096107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1F3A148-087B-87A2-A4C9-D2D0846ECE0B}"/>
              </a:ext>
            </a:extLst>
          </p:cNvPr>
          <p:cNvSpPr>
            <a:spLocks noGrp="1"/>
          </p:cNvSpPr>
          <p:nvPr>
            <p:ph type="title"/>
          </p:nvPr>
        </p:nvSpPr>
        <p:spPr/>
        <p:txBody>
          <a:bodyPr/>
          <a:lstStyle/>
          <a:p>
            <a:r>
              <a:rPr lang="en-US" dirty="0"/>
              <a:t>Menu Structure Content</a:t>
            </a:r>
          </a:p>
        </p:txBody>
      </p:sp>
      <p:sp>
        <p:nvSpPr>
          <p:cNvPr id="3" name="Content Placeholder 2">
            <a:extLst>
              <a:ext uri="{FF2B5EF4-FFF2-40B4-BE49-F238E27FC236}">
                <a16:creationId xmlns:a16="http://schemas.microsoft.com/office/drawing/2014/main" id="{AECAB7C4-16C7-AD3A-3E6A-9C13A750EB98}"/>
              </a:ext>
            </a:extLst>
          </p:cNvPr>
          <p:cNvSpPr>
            <a:spLocks noGrp="1"/>
          </p:cNvSpPr>
          <p:nvPr>
            <p:ph idx="1"/>
          </p:nvPr>
        </p:nvSpPr>
        <p:spPr/>
        <p:txBody>
          <a:bodyPr>
            <a:normAutofit fontScale="40000" lnSpcReduction="20000"/>
          </a:bodyPr>
          <a:lstStyle/>
          <a:p>
            <a:r>
              <a:rPr lang="en-US" dirty="0"/>
              <a:t>The Operator level AND Machine Mode filters what menu items are available (either visually, or as an enabled action)</a:t>
            </a:r>
          </a:p>
          <a:p>
            <a:pPr lvl="1"/>
            <a:r>
              <a:rPr lang="en-US" dirty="0"/>
              <a:t>Operator Level - OMSCD</a:t>
            </a:r>
          </a:p>
          <a:p>
            <a:pPr lvl="2"/>
            <a:r>
              <a:rPr lang="en-US" dirty="0"/>
              <a:t>Operator</a:t>
            </a:r>
          </a:p>
          <a:p>
            <a:pPr lvl="2"/>
            <a:r>
              <a:rPr lang="en-US" dirty="0"/>
              <a:t>Maintenance</a:t>
            </a:r>
          </a:p>
          <a:p>
            <a:pPr lvl="2"/>
            <a:r>
              <a:rPr lang="en-US" dirty="0"/>
              <a:t>Style Edit</a:t>
            </a:r>
          </a:p>
          <a:p>
            <a:pPr lvl="2"/>
            <a:r>
              <a:rPr lang="en-US" dirty="0"/>
              <a:t>Config</a:t>
            </a:r>
          </a:p>
          <a:p>
            <a:pPr lvl="2"/>
            <a:r>
              <a:rPr lang="en-US" dirty="0"/>
              <a:t>Display Only (no actions, not part of menu structure, but may be shown if the menu heading is active)</a:t>
            </a:r>
          </a:p>
          <a:p>
            <a:pPr lvl="2"/>
            <a:endParaRPr lang="en-US" dirty="0"/>
          </a:p>
          <a:p>
            <a:pPr lvl="1"/>
            <a:r>
              <a:rPr lang="en-US" dirty="0"/>
              <a:t>Machine Mode - CPRS</a:t>
            </a:r>
          </a:p>
          <a:p>
            <a:pPr lvl="2"/>
            <a:r>
              <a:rPr lang="en-US" dirty="0"/>
              <a:t>Config</a:t>
            </a:r>
          </a:p>
          <a:p>
            <a:pPr lvl="2"/>
            <a:r>
              <a:rPr lang="en-US" dirty="0"/>
              <a:t>Prepare</a:t>
            </a:r>
          </a:p>
          <a:p>
            <a:pPr lvl="2"/>
            <a:r>
              <a:rPr lang="en-US" dirty="0"/>
              <a:t>Running</a:t>
            </a:r>
          </a:p>
          <a:p>
            <a:pPr lvl="2"/>
            <a:r>
              <a:rPr lang="en-US" dirty="0"/>
              <a:t>Service(Manual)</a:t>
            </a:r>
          </a:p>
          <a:p>
            <a:pPr lvl="2"/>
            <a:endParaRPr lang="en-US" dirty="0"/>
          </a:p>
          <a:p>
            <a:r>
              <a:rPr lang="en-US" dirty="0"/>
              <a:t>I can perform the filtering of the available items to put in the tree, or specify the mode and operator level that is allowed.  This is part of the information in the </a:t>
            </a:r>
            <a:r>
              <a:rPr lang="en-US" dirty="0" err="1"/>
              <a:t>SmartViewLayoutFile</a:t>
            </a:r>
            <a:r>
              <a:rPr lang="en-US" dirty="0"/>
              <a:t> – columns A and B</a:t>
            </a:r>
          </a:p>
          <a:p>
            <a:pPr lvl="2"/>
            <a:endParaRPr lang="en-US" dirty="0"/>
          </a:p>
          <a:p>
            <a:endParaRPr lang="en-US" dirty="0"/>
          </a:p>
          <a:p>
            <a:r>
              <a:rPr lang="en-US" dirty="0"/>
              <a:t>Current Menu Organization</a:t>
            </a:r>
          </a:p>
          <a:p>
            <a:pPr lvl="1"/>
            <a:r>
              <a:rPr lang="en-US" dirty="0"/>
              <a:t>Custom Heading</a:t>
            </a:r>
          </a:p>
          <a:p>
            <a:pPr lvl="2"/>
            <a:r>
              <a:rPr lang="en-US" dirty="0"/>
              <a:t>Collection of items Under that heading</a:t>
            </a:r>
          </a:p>
          <a:p>
            <a:pPr lvl="2"/>
            <a:r>
              <a:rPr lang="en-US" dirty="0"/>
              <a:t>Collection of items Under that heading</a:t>
            </a:r>
          </a:p>
          <a:p>
            <a:pPr lvl="1"/>
            <a:r>
              <a:rPr lang="en-US" dirty="0"/>
              <a:t>Custom Heading 2</a:t>
            </a:r>
          </a:p>
          <a:p>
            <a:pPr lvl="2"/>
            <a:r>
              <a:rPr lang="en-US" dirty="0"/>
              <a:t>Collection of items Under that heading</a:t>
            </a:r>
          </a:p>
          <a:p>
            <a:pPr lvl="2"/>
            <a:r>
              <a:rPr lang="en-US" dirty="0"/>
              <a:t>Collection of items Under that heading</a:t>
            </a:r>
          </a:p>
          <a:p>
            <a:pPr lvl="1"/>
            <a:r>
              <a:rPr lang="en-US" dirty="0"/>
              <a:t>Robo-Apps</a:t>
            </a:r>
          </a:p>
          <a:p>
            <a:pPr lvl="2"/>
            <a:r>
              <a:rPr lang="en-US" dirty="0"/>
              <a:t>List of the visible apps</a:t>
            </a:r>
          </a:p>
          <a:p>
            <a:pPr lvl="2"/>
            <a:r>
              <a:rPr lang="en-US" dirty="0"/>
              <a:t>List of the visible apps</a:t>
            </a:r>
          </a:p>
          <a:p>
            <a:pPr lvl="2"/>
            <a:r>
              <a:rPr lang="en-US" dirty="0"/>
              <a:t>Background Robo-Apps</a:t>
            </a:r>
          </a:p>
          <a:p>
            <a:pPr lvl="3"/>
            <a:r>
              <a:rPr lang="en-US" dirty="0"/>
              <a:t>List of the background apps</a:t>
            </a:r>
          </a:p>
          <a:p>
            <a:pPr lvl="3"/>
            <a:r>
              <a:rPr lang="en-US" dirty="0"/>
              <a:t>List of the background apps</a:t>
            </a:r>
          </a:p>
          <a:p>
            <a:r>
              <a:rPr lang="en-US" dirty="0"/>
              <a:t>Would like to have sub menus under the headings so you can have multiple levels, right now there is just 1 level.</a:t>
            </a:r>
          </a:p>
          <a:p>
            <a:pPr lvl="1"/>
            <a:endParaRPr lang="en-US" dirty="0"/>
          </a:p>
          <a:p>
            <a:r>
              <a:rPr lang="en-US" dirty="0"/>
              <a:t>Each Robo-App has a set of </a:t>
            </a:r>
          </a:p>
          <a:p>
            <a:pPr lvl="1"/>
            <a:r>
              <a:rPr lang="en-US" dirty="0"/>
              <a:t>Actions (higher level routines)</a:t>
            </a:r>
          </a:p>
          <a:p>
            <a:pPr lvl="1"/>
            <a:r>
              <a:rPr lang="en-US" dirty="0"/>
              <a:t>Device controls (lower lever manual control of machine elements)</a:t>
            </a:r>
          </a:p>
          <a:p>
            <a:pPr lvl="1"/>
            <a:r>
              <a:rPr lang="en-US" dirty="0"/>
              <a:t>Monitoring (info about the App)</a:t>
            </a:r>
          </a:p>
          <a:p>
            <a:r>
              <a:rPr lang="en-US" dirty="0"/>
              <a:t>When a Robo-App is selected, we currently show the detail of that app at right (large box of the LabView code front end)</a:t>
            </a:r>
          </a:p>
          <a:p>
            <a:pPr lvl="1"/>
            <a:r>
              <a:rPr lang="en-US" dirty="0"/>
              <a:t>Not in scope of this project for you, but we want a much better display of the apps for generic view, this will be part of phase 2</a:t>
            </a:r>
          </a:p>
          <a:p>
            <a:endParaRPr lang="en-US" dirty="0"/>
          </a:p>
        </p:txBody>
      </p:sp>
    </p:spTree>
    <p:extLst>
      <p:ext uri="{BB962C8B-B14F-4D97-AF65-F5344CB8AC3E}">
        <p14:creationId xmlns:p14="http://schemas.microsoft.com/office/powerpoint/2010/main" val="77702212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DB86510-901D-BA38-EFCE-F8F1F5043BE4}"/>
              </a:ext>
            </a:extLst>
          </p:cNvPr>
          <p:cNvSpPr>
            <a:spLocks noGrp="1"/>
          </p:cNvSpPr>
          <p:nvPr>
            <p:ph type="title"/>
          </p:nvPr>
        </p:nvSpPr>
        <p:spPr/>
        <p:txBody>
          <a:bodyPr/>
          <a:lstStyle/>
          <a:p>
            <a:r>
              <a:rPr lang="en-US" dirty="0"/>
              <a:t>Tree Needs</a:t>
            </a:r>
          </a:p>
        </p:txBody>
      </p:sp>
      <p:sp>
        <p:nvSpPr>
          <p:cNvPr id="3" name="Content Placeholder 2">
            <a:extLst>
              <a:ext uri="{FF2B5EF4-FFF2-40B4-BE49-F238E27FC236}">
                <a16:creationId xmlns:a16="http://schemas.microsoft.com/office/drawing/2014/main" id="{FA97D3C2-02FF-9004-77A2-2C8BE771CDD3}"/>
              </a:ext>
            </a:extLst>
          </p:cNvPr>
          <p:cNvSpPr>
            <a:spLocks noGrp="1"/>
          </p:cNvSpPr>
          <p:nvPr>
            <p:ph idx="1"/>
          </p:nvPr>
        </p:nvSpPr>
        <p:spPr/>
        <p:txBody>
          <a:bodyPr/>
          <a:lstStyle/>
          <a:p>
            <a:r>
              <a:rPr lang="en-US" dirty="0"/>
              <a:t>Would like to have sub menus under the headings so you can have multiple levels, right now there is just 1 level allowed for the configuration file</a:t>
            </a:r>
          </a:p>
          <a:p>
            <a:r>
              <a:rPr lang="en-US" dirty="0"/>
              <a:t>Would like to somehow mark something as a favorite and thus allow for a favorite's menu heading that would list the actions that were selected.  Even better if there were a set of favorites, where each operator could add to a list (sort of like saving favorite web pages, you can throw them in a group folder)</a:t>
            </a:r>
          </a:p>
          <a:p>
            <a:r>
              <a:rPr lang="en-US" dirty="0"/>
              <a:t>Knowledge of what is actively displayed so we can provide dynamic updates to displays as needed, rather than continuously updating the entire tree (but not needed for fist step)</a:t>
            </a:r>
          </a:p>
          <a:p>
            <a:endParaRPr lang="en-US" dirty="0"/>
          </a:p>
        </p:txBody>
      </p:sp>
    </p:spTree>
    <p:extLst>
      <p:ext uri="{BB962C8B-B14F-4D97-AF65-F5344CB8AC3E}">
        <p14:creationId xmlns:p14="http://schemas.microsoft.com/office/powerpoint/2010/main" val="25254692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0CD5AB-4756-F512-3551-3B0AFEEDC905}"/>
              </a:ext>
            </a:extLst>
          </p:cNvPr>
          <p:cNvSpPr>
            <a:spLocks noGrp="1"/>
          </p:cNvSpPr>
          <p:nvPr>
            <p:ph type="title"/>
          </p:nvPr>
        </p:nvSpPr>
        <p:spPr/>
        <p:txBody>
          <a:bodyPr/>
          <a:lstStyle/>
          <a:p>
            <a:r>
              <a:rPr lang="en-US" dirty="0"/>
              <a:t>Menu Definition / Dynamic status</a:t>
            </a:r>
          </a:p>
        </p:txBody>
      </p:sp>
      <p:sp>
        <p:nvSpPr>
          <p:cNvPr id="3" name="Content Placeholder 2">
            <a:extLst>
              <a:ext uri="{FF2B5EF4-FFF2-40B4-BE49-F238E27FC236}">
                <a16:creationId xmlns:a16="http://schemas.microsoft.com/office/drawing/2014/main" id="{FDEA0337-2AF7-22CD-719B-9FA67AACA8A1}"/>
              </a:ext>
            </a:extLst>
          </p:cNvPr>
          <p:cNvSpPr>
            <a:spLocks noGrp="1"/>
          </p:cNvSpPr>
          <p:nvPr>
            <p:ph idx="1"/>
          </p:nvPr>
        </p:nvSpPr>
        <p:spPr/>
        <p:txBody>
          <a:bodyPr>
            <a:normAutofit fontScale="92500" lnSpcReduction="10000"/>
          </a:bodyPr>
          <a:lstStyle/>
          <a:p>
            <a:pPr marL="0" indent="0">
              <a:buNone/>
            </a:pPr>
            <a:r>
              <a:rPr lang="en-US" dirty="0"/>
              <a:t>Elements for an item Appearance</a:t>
            </a:r>
          </a:p>
          <a:p>
            <a:r>
              <a:rPr lang="en-US" dirty="0"/>
              <a:t>Heading</a:t>
            </a:r>
          </a:p>
          <a:p>
            <a:r>
              <a:rPr lang="en-US" dirty="0"/>
              <a:t>Sub Text</a:t>
            </a:r>
          </a:p>
          <a:p>
            <a:pPr lvl="1"/>
            <a:r>
              <a:rPr lang="en-US" dirty="0"/>
              <a:t>*Will change dynamically based on supervisory system</a:t>
            </a:r>
          </a:p>
          <a:p>
            <a:r>
              <a:rPr lang="en-US" dirty="0"/>
              <a:t>Button</a:t>
            </a:r>
          </a:p>
          <a:p>
            <a:pPr lvl="1"/>
            <a:r>
              <a:rPr lang="en-US" dirty="0"/>
              <a:t>Action Type (designates coloring/appearance)</a:t>
            </a:r>
          </a:p>
          <a:p>
            <a:pPr lvl="2"/>
            <a:r>
              <a:rPr lang="en-US" dirty="0"/>
              <a:t>Menu Expansion, Detail view of Item, Device control, Robotic movement </a:t>
            </a:r>
          </a:p>
          <a:p>
            <a:pPr lvl="2"/>
            <a:r>
              <a:rPr lang="en-US" dirty="0"/>
              <a:t>See columns K and L in config file</a:t>
            </a:r>
          </a:p>
          <a:p>
            <a:pPr lvl="3"/>
            <a:r>
              <a:rPr lang="en-US" dirty="0"/>
              <a:t>ROBOT MOTION</a:t>
            </a:r>
          </a:p>
          <a:p>
            <a:pPr lvl="4"/>
            <a:r>
              <a:rPr lang="en-US" dirty="0"/>
              <a:t>MOVE TO,&lt;</a:t>
            </a:r>
            <a:r>
              <a:rPr lang="en-US" dirty="0" err="1"/>
              <a:t>RoboApps</a:t>
            </a:r>
            <a:r>
              <a:rPr lang="en-US" dirty="0"/>
              <a:t>&gt;\RoboApp_ConveyorPickZone.vi::Motion Loop R1::PATHEND</a:t>
            </a:r>
          </a:p>
          <a:p>
            <a:pPr lvl="3"/>
            <a:r>
              <a:rPr lang="en-US" dirty="0"/>
              <a:t>DEVICE CONTROL</a:t>
            </a:r>
          </a:p>
          <a:p>
            <a:pPr lvl="4"/>
            <a:r>
              <a:rPr lang="en-US" dirty="0"/>
              <a:t>&lt;</a:t>
            </a:r>
            <a:r>
              <a:rPr lang="en-US" dirty="0" err="1"/>
              <a:t>RoboApps</a:t>
            </a:r>
            <a:r>
              <a:rPr lang="en-US" dirty="0"/>
              <a:t>&gt;\</a:t>
            </a:r>
            <a:r>
              <a:rPr lang="en-US" dirty="0" err="1"/>
              <a:t>RoboApp_Modbus</a:t>
            </a:r>
            <a:r>
              <a:rPr lang="en-US" dirty="0"/>
              <a:t> Vac </a:t>
            </a:r>
            <a:r>
              <a:rPr lang="en-US" dirty="0" err="1"/>
              <a:t>Tool.vi,Grip</a:t>
            </a:r>
            <a:endParaRPr lang="en-US" dirty="0"/>
          </a:p>
          <a:p>
            <a:pPr lvl="4"/>
            <a:r>
              <a:rPr lang="en-US" dirty="0" err="1"/>
              <a:t>SYSTEM,Clear</a:t>
            </a:r>
            <a:r>
              <a:rPr lang="en-US" dirty="0"/>
              <a:t> Alarms</a:t>
            </a:r>
          </a:p>
          <a:p>
            <a:pPr lvl="3"/>
            <a:endParaRPr lang="en-US" dirty="0"/>
          </a:p>
          <a:p>
            <a:pPr lvl="3"/>
            <a:endParaRPr lang="en-US" dirty="0"/>
          </a:p>
          <a:p>
            <a:pPr lvl="1"/>
            <a:r>
              <a:rPr lang="en-US" dirty="0"/>
              <a:t>Button text</a:t>
            </a:r>
          </a:p>
          <a:p>
            <a:pPr lvl="2"/>
            <a:r>
              <a:rPr lang="en-US" dirty="0"/>
              <a:t>*Will change dynamically based on supervisory system (usually due to enabled state)</a:t>
            </a:r>
          </a:p>
          <a:p>
            <a:pPr lvl="1"/>
            <a:r>
              <a:rPr lang="en-US" dirty="0"/>
              <a:t>Enabled </a:t>
            </a:r>
          </a:p>
          <a:p>
            <a:pPr lvl="2"/>
            <a:r>
              <a:rPr lang="en-US" dirty="0"/>
              <a:t>*Will change dynamically based on supervisory system</a:t>
            </a:r>
          </a:p>
          <a:p>
            <a:r>
              <a:rPr lang="en-US" dirty="0"/>
              <a:t>Image</a:t>
            </a:r>
          </a:p>
          <a:p>
            <a:endParaRPr lang="en-US" dirty="0"/>
          </a:p>
        </p:txBody>
      </p:sp>
    </p:spTree>
    <p:extLst>
      <p:ext uri="{BB962C8B-B14F-4D97-AF65-F5344CB8AC3E}">
        <p14:creationId xmlns:p14="http://schemas.microsoft.com/office/powerpoint/2010/main" val="369512793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4776970-D15E-F342-6B18-1E9157F2BE73}"/>
              </a:ext>
            </a:extLst>
          </p:cNvPr>
          <p:cNvSpPr>
            <a:spLocks noGrp="1"/>
          </p:cNvSpPr>
          <p:nvPr>
            <p:ph type="title"/>
          </p:nvPr>
        </p:nvSpPr>
        <p:spPr/>
        <p:txBody>
          <a:bodyPr/>
          <a:lstStyle/>
          <a:p>
            <a:r>
              <a:rPr lang="en-US" dirty="0"/>
              <a:t>FIRST STEP GOALS</a:t>
            </a:r>
          </a:p>
        </p:txBody>
      </p:sp>
      <p:sp>
        <p:nvSpPr>
          <p:cNvPr id="3" name="Content Placeholder 2">
            <a:extLst>
              <a:ext uri="{FF2B5EF4-FFF2-40B4-BE49-F238E27FC236}">
                <a16:creationId xmlns:a16="http://schemas.microsoft.com/office/drawing/2014/main" id="{F15CD27F-7D10-CDC2-2EF4-804EA3B189F4}"/>
              </a:ext>
            </a:extLst>
          </p:cNvPr>
          <p:cNvSpPr>
            <a:spLocks noGrp="1"/>
          </p:cNvSpPr>
          <p:nvPr>
            <p:ph idx="1"/>
          </p:nvPr>
        </p:nvSpPr>
        <p:spPr/>
        <p:txBody>
          <a:bodyPr>
            <a:normAutofit fontScale="92500" lnSpcReduction="10000"/>
          </a:bodyPr>
          <a:lstStyle/>
          <a:p>
            <a:r>
              <a:rPr lang="en-US" dirty="0"/>
              <a:t>Show one or more looks of the tree using these concepts, doesn’t need to work or be right, just need to get a feel for the visual.  Ideally you would provide an HTML file I can drop into my system to allow it to be visible, in shape and size, ignoring all of the rules for populating and maintaining the tree.</a:t>
            </a:r>
          </a:p>
          <a:p>
            <a:endParaRPr lang="en-US" dirty="0"/>
          </a:p>
          <a:p>
            <a:pPr marL="0" indent="0">
              <a:buNone/>
            </a:pPr>
            <a:r>
              <a:rPr lang="en-US" dirty="0"/>
              <a:t>Use this as your guide</a:t>
            </a:r>
          </a:p>
          <a:p>
            <a:r>
              <a:rPr lang="en-US" dirty="0"/>
              <a:t>SmartViewLayout-Glass.csv</a:t>
            </a:r>
          </a:p>
          <a:p>
            <a:r>
              <a:rPr lang="en-US" dirty="0"/>
              <a:t>Also Apps to Include</a:t>
            </a:r>
          </a:p>
          <a:p>
            <a:pPr lvl="1"/>
            <a:r>
              <a:rPr lang="en-US" dirty="0"/>
              <a:t>ModuleLayout-Glass.csv</a:t>
            </a:r>
          </a:p>
          <a:p>
            <a:pPr lvl="1"/>
            <a:r>
              <a:rPr lang="en-US" dirty="0"/>
              <a:t>The ones marked with a 5 in column F would be in the sub category of BACKGROUND Apps </a:t>
            </a:r>
          </a:p>
          <a:p>
            <a:pPr lvl="2"/>
            <a:r>
              <a:rPr lang="en-US" dirty="0"/>
              <a:t>(behave a lot like a programming running that you only see through your windows service tab on your desktop, not an active program running on our desktop)</a:t>
            </a:r>
          </a:p>
          <a:p>
            <a:pPr lvl="1"/>
            <a:r>
              <a:rPr lang="en-US" dirty="0"/>
              <a:t>Icons for the apps listed in column E, they are not necessarily ever a proper pixel size, but would need to auto scale for good visual.  You will find these (and a bunch more legacy stuff) in the file _Graphics.zip</a:t>
            </a:r>
          </a:p>
          <a:p>
            <a:r>
              <a:rPr lang="en-US" dirty="0"/>
              <a:t>Please add a few extra things to show sub options, creativity welcome</a:t>
            </a:r>
          </a:p>
          <a:p>
            <a:endParaRPr lang="en-US" dirty="0"/>
          </a:p>
        </p:txBody>
      </p:sp>
    </p:spTree>
    <p:extLst>
      <p:ext uri="{BB962C8B-B14F-4D97-AF65-F5344CB8AC3E}">
        <p14:creationId xmlns:p14="http://schemas.microsoft.com/office/powerpoint/2010/main" val="297074724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9A85059-F518-CC3D-2C29-1F86D7CC88D2}"/>
              </a:ext>
            </a:extLst>
          </p:cNvPr>
          <p:cNvSpPr>
            <a:spLocks noGrp="1"/>
          </p:cNvSpPr>
          <p:nvPr>
            <p:ph type="title"/>
          </p:nvPr>
        </p:nvSpPr>
        <p:spPr/>
        <p:txBody>
          <a:bodyPr/>
          <a:lstStyle/>
          <a:p>
            <a:r>
              <a:rPr lang="en-US" dirty="0"/>
              <a:t>ADDITIONAL FEATURE</a:t>
            </a:r>
            <a:br>
              <a:rPr lang="en-US" dirty="0"/>
            </a:br>
            <a:r>
              <a:rPr lang="en-US" dirty="0"/>
              <a:t>to think about</a:t>
            </a:r>
          </a:p>
        </p:txBody>
      </p:sp>
      <p:sp>
        <p:nvSpPr>
          <p:cNvPr id="3" name="Content Placeholder 2">
            <a:extLst>
              <a:ext uri="{FF2B5EF4-FFF2-40B4-BE49-F238E27FC236}">
                <a16:creationId xmlns:a16="http://schemas.microsoft.com/office/drawing/2014/main" id="{EF6A2B6C-0257-6419-221F-29245B3C939B}"/>
              </a:ext>
            </a:extLst>
          </p:cNvPr>
          <p:cNvSpPr>
            <a:spLocks noGrp="1"/>
          </p:cNvSpPr>
          <p:nvPr>
            <p:ph idx="1"/>
          </p:nvPr>
        </p:nvSpPr>
        <p:spPr>
          <a:xfrm>
            <a:off x="534353" y="2677585"/>
            <a:ext cx="6703695" cy="3377514"/>
          </a:xfrm>
        </p:spPr>
        <p:txBody>
          <a:bodyPr>
            <a:normAutofit fontScale="85000" lnSpcReduction="20000"/>
          </a:bodyPr>
          <a:lstStyle/>
          <a:p>
            <a:r>
              <a:rPr lang="en-US" dirty="0"/>
              <a:t>One operator mode that we use is a CHECKLIST process.</a:t>
            </a:r>
          </a:p>
          <a:p>
            <a:r>
              <a:rPr lang="en-US" dirty="0"/>
              <a:t>This involves walking the operator through a series of sequential steps in order to follow the proper rules to get the machine going.</a:t>
            </a:r>
          </a:p>
          <a:p>
            <a:r>
              <a:rPr lang="en-US" dirty="0"/>
              <a:t>This has an additional criteria in that a mechanism of enabling the option is that the PREREQUESITE STEPS are complete</a:t>
            </a:r>
          </a:p>
          <a:p>
            <a:pPr lvl="1"/>
            <a:r>
              <a:rPr lang="en-US" dirty="0"/>
              <a:t>We could identify these with a name prefix on the title, or something else.</a:t>
            </a:r>
          </a:p>
          <a:p>
            <a:pPr lvl="1"/>
            <a:r>
              <a:rPr lang="en-US" dirty="0"/>
              <a:t>New columns in the configuration file (or change to the file altogether)</a:t>
            </a:r>
          </a:p>
          <a:p>
            <a:r>
              <a:rPr lang="en-US" dirty="0"/>
              <a:t>It would appear different, perhaps simply with an image of a check of unchecked step.</a:t>
            </a:r>
          </a:p>
        </p:txBody>
      </p:sp>
      <p:pic>
        <p:nvPicPr>
          <p:cNvPr id="5" name="Picture 4" descr="A screenshot of a computer&#10;&#10;AI-generated content may be incorrect.">
            <a:extLst>
              <a:ext uri="{FF2B5EF4-FFF2-40B4-BE49-F238E27FC236}">
                <a16:creationId xmlns:a16="http://schemas.microsoft.com/office/drawing/2014/main" id="{87BB39C5-3D1F-5867-ABC6-6B9AB23DF4BD}"/>
              </a:ext>
            </a:extLst>
          </p:cNvPr>
          <p:cNvPicPr>
            <a:picLocks noChangeAspect="1"/>
          </p:cNvPicPr>
          <p:nvPr/>
        </p:nvPicPr>
        <p:blipFill>
          <a:blip r:embed="rId2">
            <a:extLst>
              <a:ext uri="{28A0092B-C50C-407E-A947-70E740481C1C}">
                <a14:useLocalDpi xmlns:a14="http://schemas.microsoft.com/office/drawing/2010/main" val="0"/>
              </a:ext>
            </a:extLst>
          </a:blip>
          <a:srcRect r="50559"/>
          <a:stretch>
            <a:fillRect/>
          </a:stretch>
        </p:blipFill>
        <p:spPr>
          <a:xfrm>
            <a:off x="2805832" y="5797319"/>
            <a:ext cx="3745282" cy="4261081"/>
          </a:xfrm>
          <a:prstGeom prst="rect">
            <a:avLst/>
          </a:prstGeom>
        </p:spPr>
      </p:pic>
    </p:spTree>
    <p:extLst>
      <p:ext uri="{BB962C8B-B14F-4D97-AF65-F5344CB8AC3E}">
        <p14:creationId xmlns:p14="http://schemas.microsoft.com/office/powerpoint/2010/main" val="2800566924"/>
      </p:ext>
    </p:extLst>
  </p:cSld>
  <p:clrMapOvr>
    <a:masterClrMapping/>
  </p:clrMapOvr>
</p:sld>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Them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QPoint-PPTemplate-2019.potx" id="{41D2A7F8-5F92-415E-B3FB-6B0C55246625}" vid="{3279E6BC-676F-4B1E-BEAE-7EDEB85D53ED}"/>
    </a:ext>
  </a:extLst>
</a:theme>
</file>

<file path=docProps/app.xml><?xml version="1.0" encoding="utf-8"?>
<Properties xmlns="http://schemas.openxmlformats.org/officeDocument/2006/extended-properties" xmlns:vt="http://schemas.openxmlformats.org/officeDocument/2006/docPropsVTypes">
  <Template/>
  <TotalTime>89478</TotalTime>
  <Words>2737</Words>
  <Application>Microsoft Office PowerPoint</Application>
  <PresentationFormat>Custom</PresentationFormat>
  <Paragraphs>325</Paragraphs>
  <Slides>19</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19</vt:i4>
      </vt:variant>
    </vt:vector>
  </HeadingPairs>
  <TitlesOfParts>
    <vt:vector size="23" baseType="lpstr">
      <vt:lpstr>Arial</vt:lpstr>
      <vt:lpstr>Calibri</vt:lpstr>
      <vt:lpstr>Calibri Light</vt:lpstr>
      <vt:lpstr>Office Theme</vt:lpstr>
      <vt:lpstr>Web Based User Interface</vt:lpstr>
      <vt:lpstr>GOAL</vt:lpstr>
      <vt:lpstr>Current Functionality</vt:lpstr>
      <vt:lpstr>PowerPoint Presentation</vt:lpstr>
      <vt:lpstr>Technical Structure</vt:lpstr>
      <vt:lpstr>Vertical Menu</vt:lpstr>
      <vt:lpstr>Page Size</vt:lpstr>
      <vt:lpstr>Appearance</vt:lpstr>
      <vt:lpstr>Sample web code</vt:lpstr>
      <vt:lpstr>Interaction with Supervisory Application</vt:lpstr>
      <vt:lpstr>Related Code Snipents</vt:lpstr>
      <vt:lpstr>KICKOFF</vt:lpstr>
      <vt:lpstr>PROJECT INITIATION</vt:lpstr>
      <vt:lpstr>Application Background</vt:lpstr>
      <vt:lpstr>Menu Structure Content</vt:lpstr>
      <vt:lpstr>Tree Needs</vt:lpstr>
      <vt:lpstr>Menu Definition / Dynamic status</vt:lpstr>
      <vt:lpstr>FIRST STEP GOALS</vt:lpstr>
      <vt:lpstr>ADDITIONAL FEATURE to think about</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Smart Glass Handling</dc:title>
  <dc:creator>Mark Battisti</dc:creator>
  <cp:lastModifiedBy>Mark Battisti</cp:lastModifiedBy>
  <cp:revision>362</cp:revision>
  <cp:lastPrinted>2025-12-12T18:10:34Z</cp:lastPrinted>
  <dcterms:created xsi:type="dcterms:W3CDTF">2018-08-09T11:27:02Z</dcterms:created>
  <dcterms:modified xsi:type="dcterms:W3CDTF">2026-01-05T10:27:26Z</dcterms:modified>
</cp:coreProperties>
</file>